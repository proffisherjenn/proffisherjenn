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85" r:id="rId2"/>
    <p:sldId id="286" r:id="rId3"/>
    <p:sldId id="287" r:id="rId4"/>
    <p:sldId id="288" r:id="rId5"/>
    <p:sldId id="289" r:id="rId6"/>
    <p:sldId id="290" r:id="rId7"/>
    <p:sldId id="291" r:id="rId8"/>
    <p:sldId id="292" r:id="rId9"/>
    <p:sldId id="29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61FB07-EB5A-D8E6-D3BE-6B6B323CBA7D}" v="141" dt="2025-10-24T22:37:02.368"/>
    <p1510:client id="{B5A48A16-EE18-2048-14C5-062D0CA544D0}" v="3" dt="2025-10-24T22:59:39.131"/>
    <p1510:client id="{FD0CB088-C6D5-46CB-8869-12D4B509E372}" v="158" dt="2025-10-25T16:08:23.5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31" autoAdjust="0"/>
    <p:restoredTop sz="94660"/>
  </p:normalViewPr>
  <p:slideViewPr>
    <p:cSldViewPr snapToGrid="0">
      <p:cViewPr varScale="1">
        <p:scale>
          <a:sx n="93" d="100"/>
          <a:sy n="93" d="100"/>
        </p:scale>
        <p:origin x="8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6F2F3D-A7B8-4186-B9CA-10279E5446A6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16D5F0-9745-4BE4-9F4C-E1E228F28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56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74B9334-2339-0C95-08F8-5BFC79F6443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03B115-5C59-0605-10AB-29C6FD7A7E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7037" y="2026373"/>
            <a:ext cx="11097927" cy="3865273"/>
          </a:xfrm>
        </p:spPr>
        <p:txBody>
          <a:bodyPr anchor="ctr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A66021-CD2A-1920-CEF3-716AB0C19417}"/>
              </a:ext>
            </a:extLst>
          </p:cNvPr>
          <p:cNvSpPr/>
          <p:nvPr userDrawn="1"/>
        </p:nvSpPr>
        <p:spPr>
          <a:xfrm>
            <a:off x="1222664" y="426028"/>
            <a:ext cx="9746673" cy="69633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304C0D-FCBC-D2F5-FA0E-AF3216B51C7B}"/>
              </a:ext>
            </a:extLst>
          </p:cNvPr>
          <p:cNvSpPr/>
          <p:nvPr userDrawn="1"/>
        </p:nvSpPr>
        <p:spPr>
          <a:xfrm>
            <a:off x="405245" y="426028"/>
            <a:ext cx="11381510" cy="6005946"/>
          </a:xfrm>
          <a:prstGeom prst="rect">
            <a:avLst/>
          </a:prstGeom>
          <a:noFill/>
          <a:ln w="63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AB4590-6CDA-C954-1C39-368A863FAF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7037" y="599066"/>
            <a:ext cx="11097927" cy="5648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7030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E38497D-F8E9-36CC-0385-B5085997A57A}"/>
              </a:ext>
            </a:extLst>
          </p:cNvPr>
          <p:cNvSpPr/>
          <p:nvPr userDrawn="1"/>
        </p:nvSpPr>
        <p:spPr>
          <a:xfrm rot="19344272">
            <a:off x="-2736248" y="-3150108"/>
            <a:ext cx="10706528" cy="11873214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E80E38-A449-0BDD-1BF0-3925592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19726"/>
            <a:ext cx="7469939" cy="3142749"/>
          </a:xfrm>
        </p:spPr>
        <p:txBody>
          <a:bodyPr anchor="b"/>
          <a:lstStyle>
            <a:lvl1pPr>
              <a:defRPr sz="60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115ECD-73EC-18AF-3CE5-441169AF7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71015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80E38-A449-0BDD-1BF0-3925592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60" y="1419726"/>
            <a:ext cx="7555315" cy="3142749"/>
          </a:xfrm>
        </p:spPr>
        <p:txBody>
          <a:bodyPr anchor="b"/>
          <a:lstStyle>
            <a:lvl1pPr>
              <a:defRPr sz="6000" b="1" i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115ECD-73EC-18AF-3CE5-441169AF7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5660" y="4589463"/>
            <a:ext cx="1110179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9BBF7EC5-056C-CDA7-DADE-C9BADD2DD4F4}"/>
              </a:ext>
            </a:extLst>
          </p:cNvPr>
          <p:cNvSpPr>
            <a:spLocks/>
          </p:cNvSpPr>
          <p:nvPr userDrawn="1"/>
        </p:nvSpPr>
        <p:spPr bwMode="auto">
          <a:xfrm>
            <a:off x="8150225" y="222250"/>
            <a:ext cx="2792413" cy="2790825"/>
          </a:xfrm>
          <a:custGeom>
            <a:avLst/>
            <a:gdLst>
              <a:gd name="T0" fmla="*/ 38 w 834"/>
              <a:gd name="T1" fmla="*/ 797 h 834"/>
              <a:gd name="T2" fmla="*/ 38 w 834"/>
              <a:gd name="T3" fmla="*/ 663 h 834"/>
              <a:gd name="T4" fmla="*/ 663 w 834"/>
              <a:gd name="T5" fmla="*/ 37 h 834"/>
              <a:gd name="T6" fmla="*/ 797 w 834"/>
              <a:gd name="T7" fmla="*/ 37 h 834"/>
              <a:gd name="T8" fmla="*/ 797 w 834"/>
              <a:gd name="T9" fmla="*/ 172 h 834"/>
              <a:gd name="T10" fmla="*/ 172 w 834"/>
              <a:gd name="T11" fmla="*/ 797 h 834"/>
              <a:gd name="T12" fmla="*/ 38 w 834"/>
              <a:gd name="T13" fmla="*/ 797 h 8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34" h="834">
                <a:moveTo>
                  <a:pt x="38" y="797"/>
                </a:moveTo>
                <a:cubicBezTo>
                  <a:pt x="0" y="760"/>
                  <a:pt x="0" y="700"/>
                  <a:pt x="38" y="663"/>
                </a:cubicBezTo>
                <a:cubicBezTo>
                  <a:pt x="663" y="37"/>
                  <a:pt x="663" y="37"/>
                  <a:pt x="663" y="37"/>
                </a:cubicBezTo>
                <a:cubicBezTo>
                  <a:pt x="700" y="0"/>
                  <a:pt x="760" y="0"/>
                  <a:pt x="797" y="37"/>
                </a:cubicBezTo>
                <a:cubicBezTo>
                  <a:pt x="834" y="75"/>
                  <a:pt x="834" y="135"/>
                  <a:pt x="797" y="172"/>
                </a:cubicBezTo>
                <a:cubicBezTo>
                  <a:pt x="172" y="797"/>
                  <a:pt x="172" y="797"/>
                  <a:pt x="172" y="797"/>
                </a:cubicBezTo>
                <a:cubicBezTo>
                  <a:pt x="135" y="834"/>
                  <a:pt x="75" y="834"/>
                  <a:pt x="38" y="797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156AA0D6-19B8-D3D2-741D-0090EFDBD404}"/>
              </a:ext>
            </a:extLst>
          </p:cNvPr>
          <p:cNvSpPr>
            <a:spLocks/>
          </p:cNvSpPr>
          <p:nvPr userDrawn="1"/>
        </p:nvSpPr>
        <p:spPr bwMode="auto">
          <a:xfrm>
            <a:off x="11171238" y="1862138"/>
            <a:ext cx="2787650" cy="2790825"/>
          </a:xfrm>
          <a:custGeom>
            <a:avLst/>
            <a:gdLst>
              <a:gd name="T0" fmla="*/ 37 w 833"/>
              <a:gd name="T1" fmla="*/ 797 h 834"/>
              <a:gd name="T2" fmla="*/ 37 w 833"/>
              <a:gd name="T3" fmla="*/ 797 h 834"/>
              <a:gd name="T4" fmla="*/ 37 w 833"/>
              <a:gd name="T5" fmla="*/ 663 h 834"/>
              <a:gd name="T6" fmla="*/ 662 w 833"/>
              <a:gd name="T7" fmla="*/ 38 h 834"/>
              <a:gd name="T8" fmla="*/ 796 w 833"/>
              <a:gd name="T9" fmla="*/ 38 h 834"/>
              <a:gd name="T10" fmla="*/ 796 w 833"/>
              <a:gd name="T11" fmla="*/ 38 h 834"/>
              <a:gd name="T12" fmla="*/ 796 w 833"/>
              <a:gd name="T13" fmla="*/ 172 h 834"/>
              <a:gd name="T14" fmla="*/ 171 w 833"/>
              <a:gd name="T15" fmla="*/ 797 h 834"/>
              <a:gd name="T16" fmla="*/ 37 w 833"/>
              <a:gd name="T17" fmla="*/ 797 h 8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33" h="834">
                <a:moveTo>
                  <a:pt x="37" y="797"/>
                </a:moveTo>
                <a:cubicBezTo>
                  <a:pt x="37" y="797"/>
                  <a:pt x="37" y="797"/>
                  <a:pt x="37" y="797"/>
                </a:cubicBezTo>
                <a:cubicBezTo>
                  <a:pt x="0" y="760"/>
                  <a:pt x="0" y="700"/>
                  <a:pt x="37" y="663"/>
                </a:cubicBezTo>
                <a:cubicBezTo>
                  <a:pt x="662" y="38"/>
                  <a:pt x="662" y="38"/>
                  <a:pt x="662" y="38"/>
                </a:cubicBezTo>
                <a:cubicBezTo>
                  <a:pt x="699" y="0"/>
                  <a:pt x="759" y="0"/>
                  <a:pt x="796" y="38"/>
                </a:cubicBezTo>
                <a:cubicBezTo>
                  <a:pt x="796" y="38"/>
                  <a:pt x="796" y="38"/>
                  <a:pt x="796" y="38"/>
                </a:cubicBezTo>
                <a:cubicBezTo>
                  <a:pt x="833" y="75"/>
                  <a:pt x="833" y="135"/>
                  <a:pt x="796" y="172"/>
                </a:cubicBezTo>
                <a:cubicBezTo>
                  <a:pt x="171" y="797"/>
                  <a:pt x="171" y="797"/>
                  <a:pt x="171" y="797"/>
                </a:cubicBezTo>
                <a:cubicBezTo>
                  <a:pt x="134" y="834"/>
                  <a:pt x="74" y="834"/>
                  <a:pt x="37" y="797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9ADC2C0A-664C-3566-BFF1-E5413C0AC90C}"/>
              </a:ext>
            </a:extLst>
          </p:cNvPr>
          <p:cNvSpPr>
            <a:spLocks/>
          </p:cNvSpPr>
          <p:nvPr userDrawn="1"/>
        </p:nvSpPr>
        <p:spPr bwMode="auto">
          <a:xfrm>
            <a:off x="7518400" y="1571625"/>
            <a:ext cx="2790825" cy="2716213"/>
          </a:xfrm>
          <a:custGeom>
            <a:avLst/>
            <a:gdLst>
              <a:gd name="T0" fmla="*/ 755 w 834"/>
              <a:gd name="T1" fmla="*/ 0 h 812"/>
              <a:gd name="T2" fmla="*/ 361 w 834"/>
              <a:gd name="T3" fmla="*/ 394 h 812"/>
              <a:gd name="T4" fmla="*/ 294 w 834"/>
              <a:gd name="T5" fmla="*/ 422 h 812"/>
              <a:gd name="T6" fmla="*/ 268 w 834"/>
              <a:gd name="T7" fmla="*/ 418 h 812"/>
              <a:gd name="T8" fmla="*/ 37 w 834"/>
              <a:gd name="T9" fmla="*/ 649 h 812"/>
              <a:gd name="T10" fmla="*/ 37 w 834"/>
              <a:gd name="T11" fmla="*/ 784 h 812"/>
              <a:gd name="T12" fmla="*/ 104 w 834"/>
              <a:gd name="T13" fmla="*/ 812 h 812"/>
              <a:gd name="T14" fmla="*/ 172 w 834"/>
              <a:gd name="T15" fmla="*/ 784 h 812"/>
              <a:gd name="T16" fmla="*/ 797 w 834"/>
              <a:gd name="T17" fmla="*/ 159 h 812"/>
              <a:gd name="T18" fmla="*/ 797 w 834"/>
              <a:gd name="T19" fmla="*/ 24 h 812"/>
              <a:gd name="T20" fmla="*/ 755 w 834"/>
              <a:gd name="T21" fmla="*/ 0 h 8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834" h="812">
                <a:moveTo>
                  <a:pt x="755" y="0"/>
                </a:moveTo>
                <a:cubicBezTo>
                  <a:pt x="361" y="394"/>
                  <a:pt x="361" y="394"/>
                  <a:pt x="361" y="394"/>
                </a:cubicBezTo>
                <a:cubicBezTo>
                  <a:pt x="342" y="413"/>
                  <a:pt x="318" y="422"/>
                  <a:pt x="294" y="422"/>
                </a:cubicBezTo>
                <a:cubicBezTo>
                  <a:pt x="285" y="422"/>
                  <a:pt x="277" y="421"/>
                  <a:pt x="268" y="418"/>
                </a:cubicBezTo>
                <a:cubicBezTo>
                  <a:pt x="37" y="649"/>
                  <a:pt x="37" y="649"/>
                  <a:pt x="37" y="649"/>
                </a:cubicBezTo>
                <a:cubicBezTo>
                  <a:pt x="0" y="686"/>
                  <a:pt x="0" y="747"/>
                  <a:pt x="37" y="784"/>
                </a:cubicBezTo>
                <a:cubicBezTo>
                  <a:pt x="56" y="802"/>
                  <a:pt x="80" y="812"/>
                  <a:pt x="104" y="812"/>
                </a:cubicBezTo>
                <a:cubicBezTo>
                  <a:pt x="129" y="812"/>
                  <a:pt x="153" y="802"/>
                  <a:pt x="172" y="784"/>
                </a:cubicBezTo>
                <a:cubicBezTo>
                  <a:pt x="797" y="159"/>
                  <a:pt x="797" y="159"/>
                  <a:pt x="797" y="159"/>
                </a:cubicBezTo>
                <a:cubicBezTo>
                  <a:pt x="834" y="121"/>
                  <a:pt x="834" y="61"/>
                  <a:pt x="797" y="24"/>
                </a:cubicBezTo>
                <a:cubicBezTo>
                  <a:pt x="785" y="12"/>
                  <a:pt x="770" y="4"/>
                  <a:pt x="755" y="0"/>
                </a:cubicBez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8">
            <a:extLst>
              <a:ext uri="{FF2B5EF4-FFF2-40B4-BE49-F238E27FC236}">
                <a16:creationId xmlns:a16="http://schemas.microsoft.com/office/drawing/2014/main" id="{E46191BD-5967-DB08-BD0E-C0160B413417}"/>
              </a:ext>
            </a:extLst>
          </p:cNvPr>
          <p:cNvSpPr>
            <a:spLocks/>
          </p:cNvSpPr>
          <p:nvPr userDrawn="1"/>
        </p:nvSpPr>
        <p:spPr bwMode="auto">
          <a:xfrm>
            <a:off x="8415338" y="1557338"/>
            <a:ext cx="1630363" cy="1425575"/>
          </a:xfrm>
          <a:custGeom>
            <a:avLst/>
            <a:gdLst>
              <a:gd name="T0" fmla="*/ 462 w 487"/>
              <a:gd name="T1" fmla="*/ 0 h 426"/>
              <a:gd name="T2" fmla="*/ 394 w 487"/>
              <a:gd name="T3" fmla="*/ 28 h 426"/>
              <a:gd name="T4" fmla="*/ 0 w 487"/>
              <a:gd name="T5" fmla="*/ 422 h 426"/>
              <a:gd name="T6" fmla="*/ 26 w 487"/>
              <a:gd name="T7" fmla="*/ 426 h 426"/>
              <a:gd name="T8" fmla="*/ 93 w 487"/>
              <a:gd name="T9" fmla="*/ 398 h 426"/>
              <a:gd name="T10" fmla="*/ 487 w 487"/>
              <a:gd name="T11" fmla="*/ 4 h 426"/>
              <a:gd name="T12" fmla="*/ 462 w 487"/>
              <a:gd name="T13" fmla="*/ 0 h 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87" h="426">
                <a:moveTo>
                  <a:pt x="462" y="0"/>
                </a:moveTo>
                <a:cubicBezTo>
                  <a:pt x="437" y="0"/>
                  <a:pt x="413" y="10"/>
                  <a:pt x="394" y="28"/>
                </a:cubicBezTo>
                <a:cubicBezTo>
                  <a:pt x="0" y="422"/>
                  <a:pt x="0" y="422"/>
                  <a:pt x="0" y="422"/>
                </a:cubicBezTo>
                <a:cubicBezTo>
                  <a:pt x="9" y="425"/>
                  <a:pt x="17" y="426"/>
                  <a:pt x="26" y="426"/>
                </a:cubicBezTo>
                <a:cubicBezTo>
                  <a:pt x="50" y="426"/>
                  <a:pt x="74" y="417"/>
                  <a:pt x="93" y="398"/>
                </a:cubicBezTo>
                <a:cubicBezTo>
                  <a:pt x="487" y="4"/>
                  <a:pt x="487" y="4"/>
                  <a:pt x="487" y="4"/>
                </a:cubicBezTo>
                <a:cubicBezTo>
                  <a:pt x="479" y="2"/>
                  <a:pt x="470" y="0"/>
                  <a:pt x="462" y="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5CDB9E8F-26C8-0FAB-7090-014E8B0DEF07}"/>
              </a:ext>
            </a:extLst>
          </p:cNvPr>
          <p:cNvSpPr>
            <a:spLocks/>
          </p:cNvSpPr>
          <p:nvPr userDrawn="1"/>
        </p:nvSpPr>
        <p:spPr bwMode="auto">
          <a:xfrm>
            <a:off x="7367588" y="-762000"/>
            <a:ext cx="2790825" cy="2727325"/>
          </a:xfrm>
          <a:custGeom>
            <a:avLst/>
            <a:gdLst>
              <a:gd name="T0" fmla="*/ 730 w 834"/>
              <a:gd name="T1" fmla="*/ 0 h 815"/>
              <a:gd name="T2" fmla="*/ 662 w 834"/>
              <a:gd name="T3" fmla="*/ 28 h 815"/>
              <a:gd name="T4" fmla="*/ 37 w 834"/>
              <a:gd name="T5" fmla="*/ 653 h 815"/>
              <a:gd name="T6" fmla="*/ 37 w 834"/>
              <a:gd name="T7" fmla="*/ 787 h 815"/>
              <a:gd name="T8" fmla="*/ 104 w 834"/>
              <a:gd name="T9" fmla="*/ 815 h 815"/>
              <a:gd name="T10" fmla="*/ 172 w 834"/>
              <a:gd name="T11" fmla="*/ 787 h 815"/>
              <a:gd name="T12" fmla="*/ 797 w 834"/>
              <a:gd name="T13" fmla="*/ 162 h 815"/>
              <a:gd name="T14" fmla="*/ 797 w 834"/>
              <a:gd name="T15" fmla="*/ 28 h 815"/>
              <a:gd name="T16" fmla="*/ 797 w 834"/>
              <a:gd name="T17" fmla="*/ 28 h 815"/>
              <a:gd name="T18" fmla="*/ 730 w 834"/>
              <a:gd name="T19" fmla="*/ 0 h 8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34" h="815">
                <a:moveTo>
                  <a:pt x="730" y="0"/>
                </a:moveTo>
                <a:cubicBezTo>
                  <a:pt x="705" y="0"/>
                  <a:pt x="681" y="9"/>
                  <a:pt x="662" y="28"/>
                </a:cubicBezTo>
                <a:cubicBezTo>
                  <a:pt x="37" y="653"/>
                  <a:pt x="37" y="653"/>
                  <a:pt x="37" y="653"/>
                </a:cubicBezTo>
                <a:cubicBezTo>
                  <a:pt x="0" y="690"/>
                  <a:pt x="0" y="750"/>
                  <a:pt x="37" y="787"/>
                </a:cubicBezTo>
                <a:cubicBezTo>
                  <a:pt x="56" y="806"/>
                  <a:pt x="80" y="815"/>
                  <a:pt x="104" y="815"/>
                </a:cubicBezTo>
                <a:cubicBezTo>
                  <a:pt x="129" y="815"/>
                  <a:pt x="153" y="806"/>
                  <a:pt x="172" y="787"/>
                </a:cubicBezTo>
                <a:cubicBezTo>
                  <a:pt x="797" y="162"/>
                  <a:pt x="797" y="162"/>
                  <a:pt x="797" y="162"/>
                </a:cubicBezTo>
                <a:cubicBezTo>
                  <a:pt x="834" y="125"/>
                  <a:pt x="834" y="65"/>
                  <a:pt x="797" y="28"/>
                </a:cubicBezTo>
                <a:cubicBezTo>
                  <a:pt x="797" y="28"/>
                  <a:pt x="797" y="28"/>
                  <a:pt x="797" y="28"/>
                </a:cubicBezTo>
                <a:cubicBezTo>
                  <a:pt x="778" y="9"/>
                  <a:pt x="754" y="0"/>
                  <a:pt x="730" y="0"/>
                </a:cubicBezTo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10">
            <a:extLst>
              <a:ext uri="{FF2B5EF4-FFF2-40B4-BE49-F238E27FC236}">
                <a16:creationId xmlns:a16="http://schemas.microsoft.com/office/drawing/2014/main" id="{CAC4BF41-880D-2375-DD96-64B1353E70EE}"/>
              </a:ext>
            </a:extLst>
          </p:cNvPr>
          <p:cNvSpPr>
            <a:spLocks/>
          </p:cNvSpPr>
          <p:nvPr userDrawn="1"/>
        </p:nvSpPr>
        <p:spPr bwMode="auto">
          <a:xfrm>
            <a:off x="9894888" y="298450"/>
            <a:ext cx="2790825" cy="2792413"/>
          </a:xfrm>
          <a:custGeom>
            <a:avLst/>
            <a:gdLst>
              <a:gd name="T0" fmla="*/ 38 w 834"/>
              <a:gd name="T1" fmla="*/ 797 h 834"/>
              <a:gd name="T2" fmla="*/ 38 w 834"/>
              <a:gd name="T3" fmla="*/ 797 h 834"/>
              <a:gd name="T4" fmla="*/ 38 w 834"/>
              <a:gd name="T5" fmla="*/ 662 h 834"/>
              <a:gd name="T6" fmla="*/ 663 w 834"/>
              <a:gd name="T7" fmla="*/ 37 h 834"/>
              <a:gd name="T8" fmla="*/ 797 w 834"/>
              <a:gd name="T9" fmla="*/ 37 h 834"/>
              <a:gd name="T10" fmla="*/ 797 w 834"/>
              <a:gd name="T11" fmla="*/ 171 h 834"/>
              <a:gd name="T12" fmla="*/ 172 w 834"/>
              <a:gd name="T13" fmla="*/ 797 h 834"/>
              <a:gd name="T14" fmla="*/ 38 w 834"/>
              <a:gd name="T15" fmla="*/ 797 h 8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34" h="834">
                <a:moveTo>
                  <a:pt x="38" y="797"/>
                </a:moveTo>
                <a:cubicBezTo>
                  <a:pt x="38" y="797"/>
                  <a:pt x="38" y="797"/>
                  <a:pt x="38" y="797"/>
                </a:cubicBezTo>
                <a:cubicBezTo>
                  <a:pt x="0" y="759"/>
                  <a:pt x="0" y="699"/>
                  <a:pt x="38" y="662"/>
                </a:cubicBezTo>
                <a:cubicBezTo>
                  <a:pt x="663" y="37"/>
                  <a:pt x="663" y="37"/>
                  <a:pt x="663" y="37"/>
                </a:cubicBezTo>
                <a:cubicBezTo>
                  <a:pt x="700" y="0"/>
                  <a:pt x="760" y="0"/>
                  <a:pt x="797" y="37"/>
                </a:cubicBezTo>
                <a:cubicBezTo>
                  <a:pt x="834" y="74"/>
                  <a:pt x="834" y="134"/>
                  <a:pt x="797" y="171"/>
                </a:cubicBezTo>
                <a:cubicBezTo>
                  <a:pt x="172" y="797"/>
                  <a:pt x="172" y="797"/>
                  <a:pt x="172" y="797"/>
                </a:cubicBezTo>
                <a:cubicBezTo>
                  <a:pt x="135" y="834"/>
                  <a:pt x="75" y="834"/>
                  <a:pt x="38" y="79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Freeform 11">
            <a:extLst>
              <a:ext uri="{FF2B5EF4-FFF2-40B4-BE49-F238E27FC236}">
                <a16:creationId xmlns:a16="http://schemas.microsoft.com/office/drawing/2014/main" id="{2452CDF9-50FD-D5CE-7608-0524A5F82121}"/>
              </a:ext>
            </a:extLst>
          </p:cNvPr>
          <p:cNvSpPr>
            <a:spLocks/>
          </p:cNvSpPr>
          <p:nvPr userDrawn="1"/>
        </p:nvSpPr>
        <p:spPr bwMode="auto">
          <a:xfrm>
            <a:off x="7615238" y="4652963"/>
            <a:ext cx="2790825" cy="2727325"/>
          </a:xfrm>
          <a:custGeom>
            <a:avLst/>
            <a:gdLst>
              <a:gd name="T0" fmla="*/ 730 w 834"/>
              <a:gd name="T1" fmla="*/ 0 h 815"/>
              <a:gd name="T2" fmla="*/ 663 w 834"/>
              <a:gd name="T3" fmla="*/ 28 h 815"/>
              <a:gd name="T4" fmla="*/ 38 w 834"/>
              <a:gd name="T5" fmla="*/ 653 h 815"/>
              <a:gd name="T6" fmla="*/ 38 w 834"/>
              <a:gd name="T7" fmla="*/ 787 h 815"/>
              <a:gd name="T8" fmla="*/ 38 w 834"/>
              <a:gd name="T9" fmla="*/ 787 h 815"/>
              <a:gd name="T10" fmla="*/ 105 w 834"/>
              <a:gd name="T11" fmla="*/ 815 h 815"/>
              <a:gd name="T12" fmla="*/ 172 w 834"/>
              <a:gd name="T13" fmla="*/ 787 h 815"/>
              <a:gd name="T14" fmla="*/ 797 w 834"/>
              <a:gd name="T15" fmla="*/ 162 h 815"/>
              <a:gd name="T16" fmla="*/ 797 w 834"/>
              <a:gd name="T17" fmla="*/ 28 h 815"/>
              <a:gd name="T18" fmla="*/ 730 w 834"/>
              <a:gd name="T19" fmla="*/ 0 h 8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34" h="815">
                <a:moveTo>
                  <a:pt x="730" y="0"/>
                </a:moveTo>
                <a:cubicBezTo>
                  <a:pt x="706" y="0"/>
                  <a:pt x="681" y="9"/>
                  <a:pt x="663" y="28"/>
                </a:cubicBezTo>
                <a:cubicBezTo>
                  <a:pt x="38" y="653"/>
                  <a:pt x="38" y="653"/>
                  <a:pt x="38" y="653"/>
                </a:cubicBezTo>
                <a:cubicBezTo>
                  <a:pt x="0" y="690"/>
                  <a:pt x="0" y="750"/>
                  <a:pt x="38" y="787"/>
                </a:cubicBezTo>
                <a:cubicBezTo>
                  <a:pt x="38" y="787"/>
                  <a:pt x="38" y="787"/>
                  <a:pt x="38" y="787"/>
                </a:cubicBezTo>
                <a:cubicBezTo>
                  <a:pt x="56" y="806"/>
                  <a:pt x="80" y="815"/>
                  <a:pt x="105" y="815"/>
                </a:cubicBezTo>
                <a:cubicBezTo>
                  <a:pt x="129" y="815"/>
                  <a:pt x="153" y="806"/>
                  <a:pt x="172" y="787"/>
                </a:cubicBezTo>
                <a:cubicBezTo>
                  <a:pt x="797" y="162"/>
                  <a:pt x="797" y="162"/>
                  <a:pt x="797" y="162"/>
                </a:cubicBezTo>
                <a:cubicBezTo>
                  <a:pt x="834" y="125"/>
                  <a:pt x="834" y="65"/>
                  <a:pt x="797" y="28"/>
                </a:cubicBezTo>
                <a:cubicBezTo>
                  <a:pt x="779" y="9"/>
                  <a:pt x="754" y="0"/>
                  <a:pt x="730" y="0"/>
                </a:cubicBez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12">
            <a:extLst>
              <a:ext uri="{FF2B5EF4-FFF2-40B4-BE49-F238E27FC236}">
                <a16:creationId xmlns:a16="http://schemas.microsoft.com/office/drawing/2014/main" id="{5A7F5426-5917-F461-BF0F-D108AD565794}"/>
              </a:ext>
            </a:extLst>
          </p:cNvPr>
          <p:cNvSpPr>
            <a:spLocks/>
          </p:cNvSpPr>
          <p:nvPr userDrawn="1"/>
        </p:nvSpPr>
        <p:spPr bwMode="auto">
          <a:xfrm>
            <a:off x="9774238" y="1751013"/>
            <a:ext cx="2790825" cy="2727325"/>
          </a:xfrm>
          <a:custGeom>
            <a:avLst/>
            <a:gdLst>
              <a:gd name="T0" fmla="*/ 730 w 834"/>
              <a:gd name="T1" fmla="*/ 0 h 815"/>
              <a:gd name="T2" fmla="*/ 663 w 834"/>
              <a:gd name="T3" fmla="*/ 28 h 815"/>
              <a:gd name="T4" fmla="*/ 37 w 834"/>
              <a:gd name="T5" fmla="*/ 653 h 815"/>
              <a:gd name="T6" fmla="*/ 37 w 834"/>
              <a:gd name="T7" fmla="*/ 787 h 815"/>
              <a:gd name="T8" fmla="*/ 105 w 834"/>
              <a:gd name="T9" fmla="*/ 815 h 815"/>
              <a:gd name="T10" fmla="*/ 172 w 834"/>
              <a:gd name="T11" fmla="*/ 787 h 815"/>
              <a:gd name="T12" fmla="*/ 797 w 834"/>
              <a:gd name="T13" fmla="*/ 162 h 815"/>
              <a:gd name="T14" fmla="*/ 797 w 834"/>
              <a:gd name="T15" fmla="*/ 28 h 815"/>
              <a:gd name="T16" fmla="*/ 797 w 834"/>
              <a:gd name="T17" fmla="*/ 28 h 815"/>
              <a:gd name="T18" fmla="*/ 730 w 834"/>
              <a:gd name="T19" fmla="*/ 0 h 8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34" h="815">
                <a:moveTo>
                  <a:pt x="730" y="0"/>
                </a:moveTo>
                <a:cubicBezTo>
                  <a:pt x="706" y="0"/>
                  <a:pt x="681" y="9"/>
                  <a:pt x="663" y="28"/>
                </a:cubicBezTo>
                <a:cubicBezTo>
                  <a:pt x="37" y="653"/>
                  <a:pt x="37" y="653"/>
                  <a:pt x="37" y="653"/>
                </a:cubicBezTo>
                <a:cubicBezTo>
                  <a:pt x="0" y="690"/>
                  <a:pt x="0" y="750"/>
                  <a:pt x="37" y="787"/>
                </a:cubicBezTo>
                <a:cubicBezTo>
                  <a:pt x="56" y="806"/>
                  <a:pt x="80" y="815"/>
                  <a:pt x="105" y="815"/>
                </a:cubicBezTo>
                <a:cubicBezTo>
                  <a:pt x="129" y="815"/>
                  <a:pt x="153" y="806"/>
                  <a:pt x="172" y="787"/>
                </a:cubicBezTo>
                <a:cubicBezTo>
                  <a:pt x="797" y="162"/>
                  <a:pt x="797" y="162"/>
                  <a:pt x="797" y="162"/>
                </a:cubicBezTo>
                <a:cubicBezTo>
                  <a:pt x="834" y="125"/>
                  <a:pt x="834" y="65"/>
                  <a:pt x="797" y="28"/>
                </a:cubicBezTo>
                <a:cubicBezTo>
                  <a:pt x="797" y="28"/>
                  <a:pt x="797" y="28"/>
                  <a:pt x="797" y="28"/>
                </a:cubicBezTo>
                <a:cubicBezTo>
                  <a:pt x="778" y="9"/>
                  <a:pt x="754" y="0"/>
                  <a:pt x="730" y="0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Freeform 13">
            <a:extLst>
              <a:ext uri="{FF2B5EF4-FFF2-40B4-BE49-F238E27FC236}">
                <a16:creationId xmlns:a16="http://schemas.microsoft.com/office/drawing/2014/main" id="{43758507-E7DD-DF99-2363-FC938F287EC7}"/>
              </a:ext>
            </a:extLst>
          </p:cNvPr>
          <p:cNvSpPr>
            <a:spLocks/>
          </p:cNvSpPr>
          <p:nvPr userDrawn="1"/>
        </p:nvSpPr>
        <p:spPr bwMode="auto">
          <a:xfrm>
            <a:off x="8505825" y="2344738"/>
            <a:ext cx="2740025" cy="2740025"/>
          </a:xfrm>
          <a:custGeom>
            <a:avLst/>
            <a:gdLst>
              <a:gd name="T0" fmla="*/ 30 w 819"/>
              <a:gd name="T1" fmla="*/ 790 h 819"/>
              <a:gd name="T2" fmla="*/ 31 w 819"/>
              <a:gd name="T3" fmla="*/ 788 h 819"/>
              <a:gd name="T4" fmla="*/ 4 w 819"/>
              <a:gd name="T5" fmla="*/ 722 h 819"/>
              <a:gd name="T6" fmla="*/ 31 w 819"/>
              <a:gd name="T7" fmla="*/ 657 h 819"/>
              <a:gd name="T8" fmla="*/ 656 w 819"/>
              <a:gd name="T9" fmla="*/ 31 h 819"/>
              <a:gd name="T10" fmla="*/ 722 w 819"/>
              <a:gd name="T11" fmla="*/ 4 h 819"/>
              <a:gd name="T12" fmla="*/ 788 w 819"/>
              <a:gd name="T13" fmla="*/ 31 h 819"/>
              <a:gd name="T14" fmla="*/ 815 w 819"/>
              <a:gd name="T15" fmla="*/ 97 h 819"/>
              <a:gd name="T16" fmla="*/ 788 w 819"/>
              <a:gd name="T17" fmla="*/ 163 h 819"/>
              <a:gd name="T18" fmla="*/ 163 w 819"/>
              <a:gd name="T19" fmla="*/ 788 h 819"/>
              <a:gd name="T20" fmla="*/ 97 w 819"/>
              <a:gd name="T21" fmla="*/ 815 h 819"/>
              <a:gd name="T22" fmla="*/ 31 w 819"/>
              <a:gd name="T23" fmla="*/ 788 h 819"/>
              <a:gd name="T24" fmla="*/ 30 w 819"/>
              <a:gd name="T25" fmla="*/ 790 h 819"/>
              <a:gd name="T26" fmla="*/ 28 w 819"/>
              <a:gd name="T27" fmla="*/ 791 h 819"/>
              <a:gd name="T28" fmla="*/ 97 w 819"/>
              <a:gd name="T29" fmla="*/ 819 h 819"/>
              <a:gd name="T30" fmla="*/ 166 w 819"/>
              <a:gd name="T31" fmla="*/ 791 h 819"/>
              <a:gd name="T32" fmla="*/ 791 w 819"/>
              <a:gd name="T33" fmla="*/ 166 h 819"/>
              <a:gd name="T34" fmla="*/ 819 w 819"/>
              <a:gd name="T35" fmla="*/ 97 h 819"/>
              <a:gd name="T36" fmla="*/ 791 w 819"/>
              <a:gd name="T37" fmla="*/ 29 h 819"/>
              <a:gd name="T38" fmla="*/ 722 w 819"/>
              <a:gd name="T39" fmla="*/ 0 h 819"/>
              <a:gd name="T40" fmla="*/ 653 w 819"/>
              <a:gd name="T41" fmla="*/ 29 h 819"/>
              <a:gd name="T42" fmla="*/ 28 w 819"/>
              <a:gd name="T43" fmla="*/ 654 h 819"/>
              <a:gd name="T44" fmla="*/ 0 w 819"/>
              <a:gd name="T45" fmla="*/ 722 h 819"/>
              <a:gd name="T46" fmla="*/ 28 w 819"/>
              <a:gd name="T47" fmla="*/ 791 h 819"/>
              <a:gd name="T48" fmla="*/ 30 w 819"/>
              <a:gd name="T49" fmla="*/ 790 h 8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819" h="819">
                <a:moveTo>
                  <a:pt x="30" y="790"/>
                </a:moveTo>
                <a:cubicBezTo>
                  <a:pt x="31" y="788"/>
                  <a:pt x="31" y="788"/>
                  <a:pt x="31" y="788"/>
                </a:cubicBezTo>
                <a:cubicBezTo>
                  <a:pt x="13" y="770"/>
                  <a:pt x="4" y="746"/>
                  <a:pt x="4" y="722"/>
                </a:cubicBezTo>
                <a:cubicBezTo>
                  <a:pt x="4" y="699"/>
                  <a:pt x="13" y="675"/>
                  <a:pt x="31" y="657"/>
                </a:cubicBezTo>
                <a:cubicBezTo>
                  <a:pt x="656" y="31"/>
                  <a:pt x="656" y="31"/>
                  <a:pt x="656" y="31"/>
                </a:cubicBezTo>
                <a:cubicBezTo>
                  <a:pt x="674" y="13"/>
                  <a:pt x="698" y="4"/>
                  <a:pt x="722" y="4"/>
                </a:cubicBezTo>
                <a:cubicBezTo>
                  <a:pt x="746" y="4"/>
                  <a:pt x="770" y="13"/>
                  <a:pt x="788" y="31"/>
                </a:cubicBezTo>
                <a:cubicBezTo>
                  <a:pt x="806" y="50"/>
                  <a:pt x="815" y="73"/>
                  <a:pt x="815" y="97"/>
                </a:cubicBezTo>
                <a:cubicBezTo>
                  <a:pt x="815" y="121"/>
                  <a:pt x="806" y="145"/>
                  <a:pt x="788" y="163"/>
                </a:cubicBezTo>
                <a:cubicBezTo>
                  <a:pt x="163" y="788"/>
                  <a:pt x="163" y="788"/>
                  <a:pt x="163" y="788"/>
                </a:cubicBezTo>
                <a:cubicBezTo>
                  <a:pt x="145" y="806"/>
                  <a:pt x="121" y="815"/>
                  <a:pt x="97" y="815"/>
                </a:cubicBezTo>
                <a:cubicBezTo>
                  <a:pt x="73" y="815"/>
                  <a:pt x="49" y="806"/>
                  <a:pt x="31" y="788"/>
                </a:cubicBezTo>
                <a:cubicBezTo>
                  <a:pt x="30" y="790"/>
                  <a:pt x="30" y="790"/>
                  <a:pt x="30" y="790"/>
                </a:cubicBezTo>
                <a:cubicBezTo>
                  <a:pt x="28" y="791"/>
                  <a:pt x="28" y="791"/>
                  <a:pt x="28" y="791"/>
                </a:cubicBezTo>
                <a:cubicBezTo>
                  <a:pt x="47" y="810"/>
                  <a:pt x="72" y="819"/>
                  <a:pt x="97" y="819"/>
                </a:cubicBezTo>
                <a:cubicBezTo>
                  <a:pt x="122" y="819"/>
                  <a:pt x="147" y="810"/>
                  <a:pt x="166" y="791"/>
                </a:cubicBezTo>
                <a:cubicBezTo>
                  <a:pt x="791" y="166"/>
                  <a:pt x="791" y="166"/>
                  <a:pt x="791" y="166"/>
                </a:cubicBezTo>
                <a:cubicBezTo>
                  <a:pt x="810" y="147"/>
                  <a:pt x="819" y="122"/>
                  <a:pt x="819" y="97"/>
                </a:cubicBezTo>
                <a:cubicBezTo>
                  <a:pt x="819" y="72"/>
                  <a:pt x="810" y="48"/>
                  <a:pt x="791" y="29"/>
                </a:cubicBezTo>
                <a:cubicBezTo>
                  <a:pt x="772" y="10"/>
                  <a:pt x="747" y="0"/>
                  <a:pt x="722" y="0"/>
                </a:cubicBezTo>
                <a:cubicBezTo>
                  <a:pt x="697" y="0"/>
                  <a:pt x="672" y="10"/>
                  <a:pt x="653" y="29"/>
                </a:cubicBezTo>
                <a:cubicBezTo>
                  <a:pt x="28" y="654"/>
                  <a:pt x="28" y="654"/>
                  <a:pt x="28" y="654"/>
                </a:cubicBezTo>
                <a:cubicBezTo>
                  <a:pt x="9" y="673"/>
                  <a:pt x="0" y="698"/>
                  <a:pt x="0" y="722"/>
                </a:cubicBezTo>
                <a:cubicBezTo>
                  <a:pt x="0" y="747"/>
                  <a:pt x="9" y="772"/>
                  <a:pt x="28" y="791"/>
                </a:cubicBezTo>
                <a:lnTo>
                  <a:pt x="30" y="790"/>
                </a:lnTo>
                <a:close/>
              </a:path>
            </a:pathLst>
          </a:custGeom>
          <a:solidFill>
            <a:srgbClr val="F5DF4D"/>
          </a:solidFill>
          <a:ln w="9525">
            <a:solidFill>
              <a:schemeClr val="accent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Freeform 14">
            <a:extLst>
              <a:ext uri="{FF2B5EF4-FFF2-40B4-BE49-F238E27FC236}">
                <a16:creationId xmlns:a16="http://schemas.microsoft.com/office/drawing/2014/main" id="{C1DD44F5-102A-03FF-DCF1-7AFD34E580F5}"/>
              </a:ext>
            </a:extLst>
          </p:cNvPr>
          <p:cNvSpPr>
            <a:spLocks/>
          </p:cNvSpPr>
          <p:nvPr userDrawn="1"/>
        </p:nvSpPr>
        <p:spPr bwMode="auto">
          <a:xfrm>
            <a:off x="6570663" y="3732213"/>
            <a:ext cx="2790825" cy="2790825"/>
          </a:xfrm>
          <a:custGeom>
            <a:avLst/>
            <a:gdLst>
              <a:gd name="T0" fmla="*/ 37 w 834"/>
              <a:gd name="T1" fmla="*/ 797 h 834"/>
              <a:gd name="T2" fmla="*/ 37 w 834"/>
              <a:gd name="T3" fmla="*/ 797 h 834"/>
              <a:gd name="T4" fmla="*/ 37 w 834"/>
              <a:gd name="T5" fmla="*/ 663 h 834"/>
              <a:gd name="T6" fmla="*/ 663 w 834"/>
              <a:gd name="T7" fmla="*/ 38 h 834"/>
              <a:gd name="T8" fmla="*/ 797 w 834"/>
              <a:gd name="T9" fmla="*/ 38 h 834"/>
              <a:gd name="T10" fmla="*/ 797 w 834"/>
              <a:gd name="T11" fmla="*/ 172 h 834"/>
              <a:gd name="T12" fmla="*/ 172 w 834"/>
              <a:gd name="T13" fmla="*/ 797 h 834"/>
              <a:gd name="T14" fmla="*/ 37 w 834"/>
              <a:gd name="T15" fmla="*/ 797 h 8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34" h="834">
                <a:moveTo>
                  <a:pt x="37" y="797"/>
                </a:moveTo>
                <a:cubicBezTo>
                  <a:pt x="37" y="797"/>
                  <a:pt x="37" y="797"/>
                  <a:pt x="37" y="797"/>
                </a:cubicBezTo>
                <a:cubicBezTo>
                  <a:pt x="0" y="760"/>
                  <a:pt x="0" y="700"/>
                  <a:pt x="37" y="663"/>
                </a:cubicBezTo>
                <a:cubicBezTo>
                  <a:pt x="663" y="38"/>
                  <a:pt x="663" y="38"/>
                  <a:pt x="663" y="38"/>
                </a:cubicBezTo>
                <a:cubicBezTo>
                  <a:pt x="700" y="0"/>
                  <a:pt x="760" y="0"/>
                  <a:pt x="797" y="38"/>
                </a:cubicBezTo>
                <a:cubicBezTo>
                  <a:pt x="834" y="75"/>
                  <a:pt x="834" y="135"/>
                  <a:pt x="797" y="172"/>
                </a:cubicBezTo>
                <a:cubicBezTo>
                  <a:pt x="172" y="797"/>
                  <a:pt x="172" y="797"/>
                  <a:pt x="172" y="797"/>
                </a:cubicBezTo>
                <a:cubicBezTo>
                  <a:pt x="135" y="834"/>
                  <a:pt x="75" y="834"/>
                  <a:pt x="37" y="797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Oval 15">
            <a:extLst>
              <a:ext uri="{FF2B5EF4-FFF2-40B4-BE49-F238E27FC236}">
                <a16:creationId xmlns:a16="http://schemas.microsoft.com/office/drawing/2014/main" id="{002ED38E-B6D5-BAE0-7F3B-A2D8FACDB77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434388" y="1695450"/>
            <a:ext cx="657225" cy="652463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Oval 16">
            <a:extLst>
              <a:ext uri="{FF2B5EF4-FFF2-40B4-BE49-F238E27FC236}">
                <a16:creationId xmlns:a16="http://schemas.microsoft.com/office/drawing/2014/main" id="{D974FC79-F594-E83D-C312-2BFF89128BB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942638" y="5078413"/>
            <a:ext cx="655638" cy="65563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Oval 17">
            <a:extLst>
              <a:ext uri="{FF2B5EF4-FFF2-40B4-BE49-F238E27FC236}">
                <a16:creationId xmlns:a16="http://schemas.microsoft.com/office/drawing/2014/main" id="{5493913A-8F6B-BD89-0081-783FC711EE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223125" y="4652963"/>
            <a:ext cx="652463" cy="65563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Freeform 18">
            <a:extLst>
              <a:ext uri="{FF2B5EF4-FFF2-40B4-BE49-F238E27FC236}">
                <a16:creationId xmlns:a16="http://schemas.microsoft.com/office/drawing/2014/main" id="{D26E8928-1451-7BD9-30A7-E7D70F86A0DC}"/>
              </a:ext>
            </a:extLst>
          </p:cNvPr>
          <p:cNvSpPr>
            <a:spLocks/>
          </p:cNvSpPr>
          <p:nvPr userDrawn="1"/>
        </p:nvSpPr>
        <p:spPr bwMode="auto">
          <a:xfrm>
            <a:off x="10128250" y="4767263"/>
            <a:ext cx="666750" cy="668338"/>
          </a:xfrm>
          <a:custGeom>
            <a:avLst/>
            <a:gdLst>
              <a:gd name="T0" fmla="*/ 197 w 199"/>
              <a:gd name="T1" fmla="*/ 100 h 200"/>
              <a:gd name="T2" fmla="*/ 195 w 199"/>
              <a:gd name="T3" fmla="*/ 100 h 200"/>
              <a:gd name="T4" fmla="*/ 167 w 199"/>
              <a:gd name="T5" fmla="*/ 168 h 200"/>
              <a:gd name="T6" fmla="*/ 100 w 199"/>
              <a:gd name="T7" fmla="*/ 196 h 200"/>
              <a:gd name="T8" fmla="*/ 32 w 199"/>
              <a:gd name="T9" fmla="*/ 168 h 200"/>
              <a:gd name="T10" fmla="*/ 4 w 199"/>
              <a:gd name="T11" fmla="*/ 100 h 200"/>
              <a:gd name="T12" fmla="*/ 32 w 199"/>
              <a:gd name="T13" fmla="*/ 32 h 200"/>
              <a:gd name="T14" fmla="*/ 100 w 199"/>
              <a:gd name="T15" fmla="*/ 4 h 200"/>
              <a:gd name="T16" fmla="*/ 167 w 199"/>
              <a:gd name="T17" fmla="*/ 32 h 200"/>
              <a:gd name="T18" fmla="*/ 195 w 199"/>
              <a:gd name="T19" fmla="*/ 100 h 200"/>
              <a:gd name="T20" fmla="*/ 197 w 199"/>
              <a:gd name="T21" fmla="*/ 100 h 200"/>
              <a:gd name="T22" fmla="*/ 199 w 199"/>
              <a:gd name="T23" fmla="*/ 100 h 200"/>
              <a:gd name="T24" fmla="*/ 100 w 199"/>
              <a:gd name="T25" fmla="*/ 0 h 200"/>
              <a:gd name="T26" fmla="*/ 0 w 199"/>
              <a:gd name="T27" fmla="*/ 100 h 200"/>
              <a:gd name="T28" fmla="*/ 100 w 199"/>
              <a:gd name="T29" fmla="*/ 200 h 200"/>
              <a:gd name="T30" fmla="*/ 199 w 199"/>
              <a:gd name="T31" fmla="*/ 100 h 200"/>
              <a:gd name="T32" fmla="*/ 197 w 199"/>
              <a:gd name="T33" fmla="*/ 100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99" h="200">
                <a:moveTo>
                  <a:pt x="197" y="100"/>
                </a:moveTo>
                <a:cubicBezTo>
                  <a:pt x="195" y="100"/>
                  <a:pt x="195" y="100"/>
                  <a:pt x="195" y="100"/>
                </a:cubicBezTo>
                <a:cubicBezTo>
                  <a:pt x="195" y="127"/>
                  <a:pt x="185" y="150"/>
                  <a:pt x="167" y="168"/>
                </a:cubicBezTo>
                <a:cubicBezTo>
                  <a:pt x="150" y="185"/>
                  <a:pt x="126" y="196"/>
                  <a:pt x="100" y="196"/>
                </a:cubicBezTo>
                <a:cubicBezTo>
                  <a:pt x="73" y="196"/>
                  <a:pt x="49" y="185"/>
                  <a:pt x="32" y="168"/>
                </a:cubicBezTo>
                <a:cubicBezTo>
                  <a:pt x="15" y="150"/>
                  <a:pt x="4" y="127"/>
                  <a:pt x="4" y="100"/>
                </a:cubicBezTo>
                <a:cubicBezTo>
                  <a:pt x="4" y="74"/>
                  <a:pt x="15" y="50"/>
                  <a:pt x="32" y="32"/>
                </a:cubicBezTo>
                <a:cubicBezTo>
                  <a:pt x="49" y="15"/>
                  <a:pt x="73" y="4"/>
                  <a:pt x="100" y="4"/>
                </a:cubicBezTo>
                <a:cubicBezTo>
                  <a:pt x="126" y="4"/>
                  <a:pt x="150" y="15"/>
                  <a:pt x="167" y="32"/>
                </a:cubicBezTo>
                <a:cubicBezTo>
                  <a:pt x="185" y="50"/>
                  <a:pt x="195" y="74"/>
                  <a:pt x="195" y="100"/>
                </a:cubicBezTo>
                <a:cubicBezTo>
                  <a:pt x="197" y="100"/>
                  <a:pt x="197" y="100"/>
                  <a:pt x="197" y="100"/>
                </a:cubicBezTo>
                <a:cubicBezTo>
                  <a:pt x="199" y="100"/>
                  <a:pt x="199" y="100"/>
                  <a:pt x="199" y="100"/>
                </a:cubicBezTo>
                <a:cubicBezTo>
                  <a:pt x="199" y="45"/>
                  <a:pt x="155" y="0"/>
                  <a:pt x="100" y="0"/>
                </a:cubicBezTo>
                <a:cubicBezTo>
                  <a:pt x="44" y="0"/>
                  <a:pt x="0" y="45"/>
                  <a:pt x="0" y="100"/>
                </a:cubicBezTo>
                <a:cubicBezTo>
                  <a:pt x="0" y="155"/>
                  <a:pt x="44" y="200"/>
                  <a:pt x="100" y="200"/>
                </a:cubicBezTo>
                <a:cubicBezTo>
                  <a:pt x="155" y="200"/>
                  <a:pt x="199" y="155"/>
                  <a:pt x="199" y="100"/>
                </a:cubicBezTo>
                <a:lnTo>
                  <a:pt x="197" y="100"/>
                </a:lnTo>
                <a:close/>
              </a:path>
            </a:pathLst>
          </a:custGeom>
          <a:solidFill>
            <a:srgbClr val="F5DF4D"/>
          </a:solidFill>
          <a:ln w="9525">
            <a:solidFill>
              <a:schemeClr val="accent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9">
            <a:extLst>
              <a:ext uri="{FF2B5EF4-FFF2-40B4-BE49-F238E27FC236}">
                <a16:creationId xmlns:a16="http://schemas.microsoft.com/office/drawing/2014/main" id="{DFDAC724-3C79-92C4-F73C-DD60DC12EF86}"/>
              </a:ext>
            </a:extLst>
          </p:cNvPr>
          <p:cNvSpPr>
            <a:spLocks/>
          </p:cNvSpPr>
          <p:nvPr userDrawn="1"/>
        </p:nvSpPr>
        <p:spPr bwMode="auto">
          <a:xfrm>
            <a:off x="7467600" y="1687513"/>
            <a:ext cx="669925" cy="666750"/>
          </a:xfrm>
          <a:custGeom>
            <a:avLst/>
            <a:gdLst>
              <a:gd name="T0" fmla="*/ 198 w 200"/>
              <a:gd name="T1" fmla="*/ 100 h 199"/>
              <a:gd name="T2" fmla="*/ 196 w 200"/>
              <a:gd name="T3" fmla="*/ 100 h 199"/>
              <a:gd name="T4" fmla="*/ 168 w 200"/>
              <a:gd name="T5" fmla="*/ 167 h 199"/>
              <a:gd name="T6" fmla="*/ 100 w 200"/>
              <a:gd name="T7" fmla="*/ 195 h 199"/>
              <a:gd name="T8" fmla="*/ 32 w 200"/>
              <a:gd name="T9" fmla="*/ 167 h 199"/>
              <a:gd name="T10" fmla="*/ 4 w 200"/>
              <a:gd name="T11" fmla="*/ 100 h 199"/>
              <a:gd name="T12" fmla="*/ 32 w 200"/>
              <a:gd name="T13" fmla="*/ 32 h 199"/>
              <a:gd name="T14" fmla="*/ 100 w 200"/>
              <a:gd name="T15" fmla="*/ 4 h 199"/>
              <a:gd name="T16" fmla="*/ 168 w 200"/>
              <a:gd name="T17" fmla="*/ 32 h 199"/>
              <a:gd name="T18" fmla="*/ 196 w 200"/>
              <a:gd name="T19" fmla="*/ 100 h 199"/>
              <a:gd name="T20" fmla="*/ 198 w 200"/>
              <a:gd name="T21" fmla="*/ 100 h 199"/>
              <a:gd name="T22" fmla="*/ 200 w 200"/>
              <a:gd name="T23" fmla="*/ 100 h 199"/>
              <a:gd name="T24" fmla="*/ 100 w 200"/>
              <a:gd name="T25" fmla="*/ 0 h 199"/>
              <a:gd name="T26" fmla="*/ 0 w 200"/>
              <a:gd name="T27" fmla="*/ 100 h 199"/>
              <a:gd name="T28" fmla="*/ 100 w 200"/>
              <a:gd name="T29" fmla="*/ 199 h 199"/>
              <a:gd name="T30" fmla="*/ 200 w 200"/>
              <a:gd name="T31" fmla="*/ 100 h 199"/>
              <a:gd name="T32" fmla="*/ 198 w 200"/>
              <a:gd name="T33" fmla="*/ 100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00" h="199">
                <a:moveTo>
                  <a:pt x="198" y="100"/>
                </a:moveTo>
                <a:cubicBezTo>
                  <a:pt x="196" y="100"/>
                  <a:pt x="196" y="100"/>
                  <a:pt x="196" y="100"/>
                </a:cubicBezTo>
                <a:cubicBezTo>
                  <a:pt x="196" y="126"/>
                  <a:pt x="185" y="150"/>
                  <a:pt x="168" y="167"/>
                </a:cubicBezTo>
                <a:cubicBezTo>
                  <a:pt x="150" y="185"/>
                  <a:pt x="126" y="195"/>
                  <a:pt x="100" y="195"/>
                </a:cubicBezTo>
                <a:cubicBezTo>
                  <a:pt x="73" y="195"/>
                  <a:pt x="49" y="185"/>
                  <a:pt x="32" y="167"/>
                </a:cubicBezTo>
                <a:cubicBezTo>
                  <a:pt x="15" y="150"/>
                  <a:pt x="4" y="126"/>
                  <a:pt x="4" y="100"/>
                </a:cubicBezTo>
                <a:cubicBezTo>
                  <a:pt x="4" y="73"/>
                  <a:pt x="15" y="49"/>
                  <a:pt x="32" y="32"/>
                </a:cubicBezTo>
                <a:cubicBezTo>
                  <a:pt x="49" y="15"/>
                  <a:pt x="73" y="4"/>
                  <a:pt x="100" y="4"/>
                </a:cubicBezTo>
                <a:cubicBezTo>
                  <a:pt x="126" y="4"/>
                  <a:pt x="150" y="15"/>
                  <a:pt x="168" y="32"/>
                </a:cubicBezTo>
                <a:cubicBezTo>
                  <a:pt x="185" y="49"/>
                  <a:pt x="196" y="73"/>
                  <a:pt x="196" y="100"/>
                </a:cubicBezTo>
                <a:cubicBezTo>
                  <a:pt x="198" y="100"/>
                  <a:pt x="198" y="100"/>
                  <a:pt x="198" y="100"/>
                </a:cubicBezTo>
                <a:cubicBezTo>
                  <a:pt x="200" y="100"/>
                  <a:pt x="200" y="100"/>
                  <a:pt x="200" y="100"/>
                </a:cubicBezTo>
                <a:cubicBezTo>
                  <a:pt x="200" y="44"/>
                  <a:pt x="155" y="0"/>
                  <a:pt x="100" y="0"/>
                </a:cubicBezTo>
                <a:cubicBezTo>
                  <a:pt x="45" y="0"/>
                  <a:pt x="0" y="44"/>
                  <a:pt x="0" y="100"/>
                </a:cubicBezTo>
                <a:cubicBezTo>
                  <a:pt x="0" y="155"/>
                  <a:pt x="45" y="199"/>
                  <a:pt x="100" y="199"/>
                </a:cubicBezTo>
                <a:cubicBezTo>
                  <a:pt x="155" y="199"/>
                  <a:pt x="200" y="155"/>
                  <a:pt x="200" y="100"/>
                </a:cubicBezTo>
                <a:lnTo>
                  <a:pt x="198" y="100"/>
                </a:lnTo>
                <a:close/>
              </a:path>
            </a:pathLst>
          </a:custGeom>
          <a:solidFill>
            <a:srgbClr val="939597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583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0">
            <a:extLst>
              <a:ext uri="{FF2B5EF4-FFF2-40B4-BE49-F238E27FC236}">
                <a16:creationId xmlns:a16="http://schemas.microsoft.com/office/drawing/2014/main" id="{D6D67549-D730-BD2A-F6B9-9166F3A8346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864862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E80E38-A449-0BDD-1BF0-3925592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19726"/>
            <a:ext cx="7469939" cy="3142749"/>
          </a:xfrm>
        </p:spPr>
        <p:txBody>
          <a:bodyPr anchor="b"/>
          <a:lstStyle>
            <a:lvl1pPr>
              <a:defRPr sz="60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115ECD-73EC-18AF-3CE5-441169AF7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Rectangle 37">
            <a:extLst>
              <a:ext uri="{FF2B5EF4-FFF2-40B4-BE49-F238E27FC236}">
                <a16:creationId xmlns:a16="http://schemas.microsoft.com/office/drawing/2014/main" id="{59F19101-698A-D186-801D-CE909370B3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839602" y="463800"/>
            <a:ext cx="30163" cy="58578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Freeform 41">
            <a:extLst>
              <a:ext uri="{FF2B5EF4-FFF2-40B4-BE49-F238E27FC236}">
                <a16:creationId xmlns:a16="http://schemas.microsoft.com/office/drawing/2014/main" id="{52F76353-9EE0-10A5-FC18-F5E2550B70FE}"/>
              </a:ext>
            </a:extLst>
          </p:cNvPr>
          <p:cNvSpPr>
            <a:spLocks/>
          </p:cNvSpPr>
          <p:nvPr userDrawn="1"/>
        </p:nvSpPr>
        <p:spPr bwMode="auto">
          <a:xfrm>
            <a:off x="8727824" y="1199072"/>
            <a:ext cx="71655" cy="81952"/>
          </a:xfrm>
          <a:custGeom>
            <a:avLst/>
            <a:gdLst>
              <a:gd name="T0" fmla="*/ 4 w 8"/>
              <a:gd name="T1" fmla="*/ 8 h 8"/>
              <a:gd name="T2" fmla="*/ 0 w 8"/>
              <a:gd name="T3" fmla="*/ 4 h 8"/>
              <a:gd name="T4" fmla="*/ 0 w 8"/>
              <a:gd name="T5" fmla="*/ 4 h 8"/>
              <a:gd name="T6" fmla="*/ 4 w 8"/>
              <a:gd name="T7" fmla="*/ 0 h 8"/>
              <a:gd name="T8" fmla="*/ 4 w 8"/>
              <a:gd name="T9" fmla="*/ 0 h 8"/>
              <a:gd name="T10" fmla="*/ 8 w 8"/>
              <a:gd name="T11" fmla="*/ 4 h 8"/>
              <a:gd name="T12" fmla="*/ 8 w 8"/>
              <a:gd name="T13" fmla="*/ 4 h 8"/>
              <a:gd name="T14" fmla="*/ 4 w 8"/>
              <a:gd name="T15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4" y="8"/>
                </a:moveTo>
                <a:cubicBezTo>
                  <a:pt x="1" y="8"/>
                  <a:pt x="0" y="6"/>
                  <a:pt x="0" y="4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2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6" y="8"/>
                  <a:pt x="4" y="8"/>
                </a:cubicBezTo>
                <a:close/>
              </a:path>
            </a:pathLst>
          </a:custGeom>
          <a:solidFill>
            <a:srgbClr val="4140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Freeform 42">
            <a:extLst>
              <a:ext uri="{FF2B5EF4-FFF2-40B4-BE49-F238E27FC236}">
                <a16:creationId xmlns:a16="http://schemas.microsoft.com/office/drawing/2014/main" id="{635B5C41-9782-EBB6-7CC8-6EB443617865}"/>
              </a:ext>
            </a:extLst>
          </p:cNvPr>
          <p:cNvSpPr>
            <a:spLocks/>
          </p:cNvSpPr>
          <p:nvPr userDrawn="1"/>
        </p:nvSpPr>
        <p:spPr bwMode="auto">
          <a:xfrm>
            <a:off x="8950328" y="1199072"/>
            <a:ext cx="82967" cy="81952"/>
          </a:xfrm>
          <a:custGeom>
            <a:avLst/>
            <a:gdLst>
              <a:gd name="T0" fmla="*/ 9 w 9"/>
              <a:gd name="T1" fmla="*/ 4 h 8"/>
              <a:gd name="T2" fmla="*/ 7 w 9"/>
              <a:gd name="T3" fmla="*/ 7 h 8"/>
              <a:gd name="T4" fmla="*/ 6 w 9"/>
              <a:gd name="T5" fmla="*/ 8 h 8"/>
              <a:gd name="T6" fmla="*/ 5 w 9"/>
              <a:gd name="T7" fmla="*/ 8 h 8"/>
              <a:gd name="T8" fmla="*/ 2 w 9"/>
              <a:gd name="T9" fmla="*/ 7 h 8"/>
              <a:gd name="T10" fmla="*/ 2 w 9"/>
              <a:gd name="T11" fmla="*/ 1 h 8"/>
              <a:gd name="T12" fmla="*/ 5 w 9"/>
              <a:gd name="T13" fmla="*/ 0 h 8"/>
              <a:gd name="T14" fmla="*/ 6 w 9"/>
              <a:gd name="T15" fmla="*/ 1 h 8"/>
              <a:gd name="T16" fmla="*/ 7 w 9"/>
              <a:gd name="T17" fmla="*/ 1 h 8"/>
              <a:gd name="T18" fmla="*/ 9 w 9"/>
              <a:gd name="T19" fmla="*/ 4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" h="8">
                <a:moveTo>
                  <a:pt x="9" y="4"/>
                </a:moveTo>
                <a:cubicBezTo>
                  <a:pt x="9" y="5"/>
                  <a:pt x="8" y="6"/>
                  <a:pt x="7" y="7"/>
                </a:cubicBezTo>
                <a:cubicBezTo>
                  <a:pt x="7" y="7"/>
                  <a:pt x="7" y="8"/>
                  <a:pt x="6" y="8"/>
                </a:cubicBezTo>
                <a:cubicBezTo>
                  <a:pt x="6" y="8"/>
                  <a:pt x="5" y="8"/>
                  <a:pt x="5" y="8"/>
                </a:cubicBezTo>
                <a:cubicBezTo>
                  <a:pt x="4" y="8"/>
                  <a:pt x="3" y="8"/>
                  <a:pt x="2" y="7"/>
                </a:cubicBezTo>
                <a:cubicBezTo>
                  <a:pt x="0" y="6"/>
                  <a:pt x="0" y="3"/>
                  <a:pt x="2" y="1"/>
                </a:cubicBezTo>
                <a:cubicBezTo>
                  <a:pt x="3" y="1"/>
                  <a:pt x="4" y="0"/>
                  <a:pt x="5" y="0"/>
                </a:cubicBezTo>
                <a:cubicBezTo>
                  <a:pt x="5" y="0"/>
                  <a:pt x="6" y="0"/>
                  <a:pt x="6" y="1"/>
                </a:cubicBezTo>
                <a:cubicBezTo>
                  <a:pt x="7" y="1"/>
                  <a:pt x="7" y="1"/>
                  <a:pt x="7" y="1"/>
                </a:cubicBezTo>
                <a:cubicBezTo>
                  <a:pt x="8" y="2"/>
                  <a:pt x="9" y="3"/>
                  <a:pt x="9" y="4"/>
                </a:cubicBezTo>
                <a:close/>
              </a:path>
            </a:pathLst>
          </a:custGeom>
          <a:solidFill>
            <a:srgbClr val="4140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" name="Freeform 43">
            <a:extLst>
              <a:ext uri="{FF2B5EF4-FFF2-40B4-BE49-F238E27FC236}">
                <a16:creationId xmlns:a16="http://schemas.microsoft.com/office/drawing/2014/main" id="{1ABB6F76-3E1E-C64A-A559-14D896A4C606}"/>
              </a:ext>
            </a:extLst>
          </p:cNvPr>
          <p:cNvSpPr>
            <a:spLocks/>
          </p:cNvSpPr>
          <p:nvPr userDrawn="1"/>
        </p:nvSpPr>
        <p:spPr bwMode="auto">
          <a:xfrm>
            <a:off x="8727824" y="983411"/>
            <a:ext cx="71655" cy="81952"/>
          </a:xfrm>
          <a:custGeom>
            <a:avLst/>
            <a:gdLst>
              <a:gd name="T0" fmla="*/ 4 w 8"/>
              <a:gd name="T1" fmla="*/ 8 h 8"/>
              <a:gd name="T2" fmla="*/ 0 w 8"/>
              <a:gd name="T3" fmla="*/ 4 h 8"/>
              <a:gd name="T4" fmla="*/ 0 w 8"/>
              <a:gd name="T5" fmla="*/ 4 h 8"/>
              <a:gd name="T6" fmla="*/ 4 w 8"/>
              <a:gd name="T7" fmla="*/ 0 h 8"/>
              <a:gd name="T8" fmla="*/ 4 w 8"/>
              <a:gd name="T9" fmla="*/ 0 h 8"/>
              <a:gd name="T10" fmla="*/ 8 w 8"/>
              <a:gd name="T11" fmla="*/ 4 h 8"/>
              <a:gd name="T12" fmla="*/ 8 w 8"/>
              <a:gd name="T13" fmla="*/ 4 h 8"/>
              <a:gd name="T14" fmla="*/ 4 w 8"/>
              <a:gd name="T15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4" y="8"/>
                </a:moveTo>
                <a:cubicBezTo>
                  <a:pt x="1" y="8"/>
                  <a:pt x="0" y="6"/>
                  <a:pt x="0" y="4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2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6" y="8"/>
                  <a:pt x="4" y="8"/>
                </a:cubicBezTo>
                <a:close/>
              </a:path>
            </a:pathLst>
          </a:custGeom>
          <a:solidFill>
            <a:srgbClr val="4140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" name="Freeform 44">
            <a:extLst>
              <a:ext uri="{FF2B5EF4-FFF2-40B4-BE49-F238E27FC236}">
                <a16:creationId xmlns:a16="http://schemas.microsoft.com/office/drawing/2014/main" id="{7E50BB75-A873-AE54-BD1B-1E574804F2D9}"/>
              </a:ext>
            </a:extLst>
          </p:cNvPr>
          <p:cNvSpPr>
            <a:spLocks/>
          </p:cNvSpPr>
          <p:nvPr userDrawn="1"/>
        </p:nvSpPr>
        <p:spPr bwMode="auto">
          <a:xfrm>
            <a:off x="8950328" y="983411"/>
            <a:ext cx="82967" cy="81952"/>
          </a:xfrm>
          <a:custGeom>
            <a:avLst/>
            <a:gdLst>
              <a:gd name="T0" fmla="*/ 9 w 9"/>
              <a:gd name="T1" fmla="*/ 4 h 8"/>
              <a:gd name="T2" fmla="*/ 7 w 9"/>
              <a:gd name="T3" fmla="*/ 7 h 8"/>
              <a:gd name="T4" fmla="*/ 5 w 9"/>
              <a:gd name="T5" fmla="*/ 8 h 8"/>
              <a:gd name="T6" fmla="*/ 2 w 9"/>
              <a:gd name="T7" fmla="*/ 7 h 8"/>
              <a:gd name="T8" fmla="*/ 2 w 9"/>
              <a:gd name="T9" fmla="*/ 1 h 8"/>
              <a:gd name="T10" fmla="*/ 5 w 9"/>
              <a:gd name="T11" fmla="*/ 0 h 8"/>
              <a:gd name="T12" fmla="*/ 7 w 9"/>
              <a:gd name="T13" fmla="*/ 1 h 8"/>
              <a:gd name="T14" fmla="*/ 9 w 9"/>
              <a:gd name="T15" fmla="*/ 4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9" h="8">
                <a:moveTo>
                  <a:pt x="9" y="4"/>
                </a:moveTo>
                <a:cubicBezTo>
                  <a:pt x="9" y="5"/>
                  <a:pt x="8" y="6"/>
                  <a:pt x="7" y="7"/>
                </a:cubicBezTo>
                <a:cubicBezTo>
                  <a:pt x="7" y="7"/>
                  <a:pt x="6" y="8"/>
                  <a:pt x="5" y="8"/>
                </a:cubicBezTo>
                <a:cubicBezTo>
                  <a:pt x="4" y="8"/>
                  <a:pt x="3" y="7"/>
                  <a:pt x="2" y="7"/>
                </a:cubicBezTo>
                <a:cubicBezTo>
                  <a:pt x="0" y="5"/>
                  <a:pt x="0" y="2"/>
                  <a:pt x="2" y="1"/>
                </a:cubicBezTo>
                <a:cubicBezTo>
                  <a:pt x="3" y="0"/>
                  <a:pt x="4" y="0"/>
                  <a:pt x="5" y="0"/>
                </a:cubicBezTo>
                <a:cubicBezTo>
                  <a:pt x="6" y="0"/>
                  <a:pt x="7" y="0"/>
                  <a:pt x="7" y="1"/>
                </a:cubicBezTo>
                <a:cubicBezTo>
                  <a:pt x="8" y="2"/>
                  <a:pt x="9" y="3"/>
                  <a:pt x="9" y="4"/>
                </a:cubicBezTo>
                <a:close/>
              </a:path>
            </a:pathLst>
          </a:custGeom>
          <a:solidFill>
            <a:srgbClr val="4140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" name="Freeform 45">
            <a:extLst>
              <a:ext uri="{FF2B5EF4-FFF2-40B4-BE49-F238E27FC236}">
                <a16:creationId xmlns:a16="http://schemas.microsoft.com/office/drawing/2014/main" id="{E2419D20-A7A9-1F23-05D1-4779A3B12D2B}"/>
              </a:ext>
            </a:extLst>
          </p:cNvPr>
          <p:cNvSpPr>
            <a:spLocks/>
          </p:cNvSpPr>
          <p:nvPr userDrawn="1"/>
        </p:nvSpPr>
        <p:spPr bwMode="auto">
          <a:xfrm>
            <a:off x="8727824" y="759125"/>
            <a:ext cx="71655" cy="81952"/>
          </a:xfrm>
          <a:custGeom>
            <a:avLst/>
            <a:gdLst>
              <a:gd name="T0" fmla="*/ 4 w 8"/>
              <a:gd name="T1" fmla="*/ 8 h 8"/>
              <a:gd name="T2" fmla="*/ 0 w 8"/>
              <a:gd name="T3" fmla="*/ 4 h 8"/>
              <a:gd name="T4" fmla="*/ 0 w 8"/>
              <a:gd name="T5" fmla="*/ 4 h 8"/>
              <a:gd name="T6" fmla="*/ 4 w 8"/>
              <a:gd name="T7" fmla="*/ 0 h 8"/>
              <a:gd name="T8" fmla="*/ 4 w 8"/>
              <a:gd name="T9" fmla="*/ 0 h 8"/>
              <a:gd name="T10" fmla="*/ 8 w 8"/>
              <a:gd name="T11" fmla="*/ 4 h 8"/>
              <a:gd name="T12" fmla="*/ 8 w 8"/>
              <a:gd name="T13" fmla="*/ 4 h 8"/>
              <a:gd name="T14" fmla="*/ 4 w 8"/>
              <a:gd name="T15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4" y="8"/>
                </a:moveTo>
                <a:cubicBezTo>
                  <a:pt x="1" y="8"/>
                  <a:pt x="0" y="7"/>
                  <a:pt x="0" y="4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2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7"/>
                  <a:pt x="6" y="8"/>
                  <a:pt x="4" y="8"/>
                </a:cubicBezTo>
                <a:close/>
              </a:path>
            </a:pathLst>
          </a:custGeom>
          <a:solidFill>
            <a:srgbClr val="4140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" name="Freeform 46">
            <a:extLst>
              <a:ext uri="{FF2B5EF4-FFF2-40B4-BE49-F238E27FC236}">
                <a16:creationId xmlns:a16="http://schemas.microsoft.com/office/drawing/2014/main" id="{82509E05-1A76-9A29-0383-1AF60F2DE2CA}"/>
              </a:ext>
            </a:extLst>
          </p:cNvPr>
          <p:cNvSpPr>
            <a:spLocks/>
          </p:cNvSpPr>
          <p:nvPr userDrawn="1"/>
        </p:nvSpPr>
        <p:spPr bwMode="auto">
          <a:xfrm>
            <a:off x="8950328" y="759125"/>
            <a:ext cx="82967" cy="81952"/>
          </a:xfrm>
          <a:custGeom>
            <a:avLst/>
            <a:gdLst>
              <a:gd name="T0" fmla="*/ 9 w 9"/>
              <a:gd name="T1" fmla="*/ 4 h 8"/>
              <a:gd name="T2" fmla="*/ 9 w 9"/>
              <a:gd name="T3" fmla="*/ 5 h 8"/>
              <a:gd name="T4" fmla="*/ 8 w 9"/>
              <a:gd name="T5" fmla="*/ 6 h 8"/>
              <a:gd name="T6" fmla="*/ 8 w 9"/>
              <a:gd name="T7" fmla="*/ 7 h 8"/>
              <a:gd name="T8" fmla="*/ 7 w 9"/>
              <a:gd name="T9" fmla="*/ 7 h 8"/>
              <a:gd name="T10" fmla="*/ 7 w 9"/>
              <a:gd name="T11" fmla="*/ 8 h 8"/>
              <a:gd name="T12" fmla="*/ 6 w 9"/>
              <a:gd name="T13" fmla="*/ 8 h 8"/>
              <a:gd name="T14" fmla="*/ 5 w 9"/>
              <a:gd name="T15" fmla="*/ 8 h 8"/>
              <a:gd name="T16" fmla="*/ 5 w 9"/>
              <a:gd name="T17" fmla="*/ 8 h 8"/>
              <a:gd name="T18" fmla="*/ 4 w 9"/>
              <a:gd name="T19" fmla="*/ 8 h 8"/>
              <a:gd name="T20" fmla="*/ 3 w 9"/>
              <a:gd name="T21" fmla="*/ 8 h 8"/>
              <a:gd name="T22" fmla="*/ 2 w 9"/>
              <a:gd name="T23" fmla="*/ 8 h 8"/>
              <a:gd name="T24" fmla="*/ 2 w 9"/>
              <a:gd name="T25" fmla="*/ 7 h 8"/>
              <a:gd name="T26" fmla="*/ 1 w 9"/>
              <a:gd name="T27" fmla="*/ 3 h 8"/>
              <a:gd name="T28" fmla="*/ 2 w 9"/>
              <a:gd name="T29" fmla="*/ 1 h 8"/>
              <a:gd name="T30" fmla="*/ 5 w 9"/>
              <a:gd name="T31" fmla="*/ 0 h 8"/>
              <a:gd name="T32" fmla="*/ 7 w 9"/>
              <a:gd name="T33" fmla="*/ 1 h 8"/>
              <a:gd name="T34" fmla="*/ 8 w 9"/>
              <a:gd name="T35" fmla="*/ 3 h 8"/>
              <a:gd name="T36" fmla="*/ 9 w 9"/>
              <a:gd name="T37" fmla="*/ 4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9" h="8">
                <a:moveTo>
                  <a:pt x="9" y="4"/>
                </a:moveTo>
                <a:cubicBezTo>
                  <a:pt x="9" y="5"/>
                  <a:pt x="9" y="5"/>
                  <a:pt x="9" y="5"/>
                </a:cubicBezTo>
                <a:cubicBezTo>
                  <a:pt x="9" y="5"/>
                  <a:pt x="8" y="6"/>
                  <a:pt x="8" y="6"/>
                </a:cubicBezTo>
                <a:cubicBezTo>
                  <a:pt x="8" y="6"/>
                  <a:pt x="8" y="6"/>
                  <a:pt x="8" y="7"/>
                </a:cubicBezTo>
                <a:cubicBezTo>
                  <a:pt x="8" y="7"/>
                  <a:pt x="8" y="7"/>
                  <a:pt x="7" y="7"/>
                </a:cubicBezTo>
                <a:cubicBezTo>
                  <a:pt x="7" y="7"/>
                  <a:pt x="7" y="7"/>
                  <a:pt x="7" y="8"/>
                </a:cubicBezTo>
                <a:cubicBezTo>
                  <a:pt x="7" y="8"/>
                  <a:pt x="6" y="8"/>
                  <a:pt x="6" y="8"/>
                </a:cubicBezTo>
                <a:cubicBezTo>
                  <a:pt x="6" y="8"/>
                  <a:pt x="6" y="8"/>
                  <a:pt x="5" y="8"/>
                </a:cubicBezTo>
                <a:cubicBezTo>
                  <a:pt x="5" y="8"/>
                  <a:pt x="5" y="8"/>
                  <a:pt x="5" y="8"/>
                </a:cubicBezTo>
                <a:cubicBezTo>
                  <a:pt x="4" y="8"/>
                  <a:pt x="4" y="8"/>
                  <a:pt x="4" y="8"/>
                </a:cubicBezTo>
                <a:cubicBezTo>
                  <a:pt x="4" y="8"/>
                  <a:pt x="3" y="8"/>
                  <a:pt x="3" y="8"/>
                </a:cubicBezTo>
                <a:cubicBezTo>
                  <a:pt x="3" y="8"/>
                  <a:pt x="3" y="8"/>
                  <a:pt x="2" y="8"/>
                </a:cubicBezTo>
                <a:cubicBezTo>
                  <a:pt x="2" y="7"/>
                  <a:pt x="2" y="7"/>
                  <a:pt x="2" y="7"/>
                </a:cubicBezTo>
                <a:cubicBezTo>
                  <a:pt x="1" y="6"/>
                  <a:pt x="0" y="4"/>
                  <a:pt x="1" y="3"/>
                </a:cubicBezTo>
                <a:cubicBezTo>
                  <a:pt x="1" y="2"/>
                  <a:pt x="1" y="2"/>
                  <a:pt x="2" y="1"/>
                </a:cubicBezTo>
                <a:cubicBezTo>
                  <a:pt x="3" y="1"/>
                  <a:pt x="4" y="0"/>
                  <a:pt x="5" y="0"/>
                </a:cubicBezTo>
                <a:cubicBezTo>
                  <a:pt x="6" y="0"/>
                  <a:pt x="7" y="1"/>
                  <a:pt x="7" y="1"/>
                </a:cubicBezTo>
                <a:cubicBezTo>
                  <a:pt x="8" y="2"/>
                  <a:pt x="8" y="2"/>
                  <a:pt x="8" y="3"/>
                </a:cubicBezTo>
                <a:cubicBezTo>
                  <a:pt x="9" y="3"/>
                  <a:pt x="9" y="4"/>
                  <a:pt x="9" y="4"/>
                </a:cubicBezTo>
                <a:close/>
              </a:path>
            </a:pathLst>
          </a:custGeom>
          <a:solidFill>
            <a:srgbClr val="4140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" name="Freeform 47">
            <a:extLst>
              <a:ext uri="{FF2B5EF4-FFF2-40B4-BE49-F238E27FC236}">
                <a16:creationId xmlns:a16="http://schemas.microsoft.com/office/drawing/2014/main" id="{951C8DAF-D71D-8741-5F38-0041F1E15C7E}"/>
              </a:ext>
            </a:extLst>
          </p:cNvPr>
          <p:cNvSpPr>
            <a:spLocks/>
          </p:cNvSpPr>
          <p:nvPr userDrawn="1"/>
        </p:nvSpPr>
        <p:spPr bwMode="auto">
          <a:xfrm>
            <a:off x="7554970" y="1199072"/>
            <a:ext cx="79197" cy="81952"/>
          </a:xfrm>
          <a:custGeom>
            <a:avLst/>
            <a:gdLst>
              <a:gd name="T0" fmla="*/ 9 w 9"/>
              <a:gd name="T1" fmla="*/ 4 h 8"/>
              <a:gd name="T2" fmla="*/ 7 w 9"/>
              <a:gd name="T3" fmla="*/ 7 h 8"/>
              <a:gd name="T4" fmla="*/ 7 w 9"/>
              <a:gd name="T5" fmla="*/ 8 h 8"/>
              <a:gd name="T6" fmla="*/ 6 w 9"/>
              <a:gd name="T7" fmla="*/ 8 h 8"/>
              <a:gd name="T8" fmla="*/ 5 w 9"/>
              <a:gd name="T9" fmla="*/ 8 h 8"/>
              <a:gd name="T10" fmla="*/ 5 w 9"/>
              <a:gd name="T11" fmla="*/ 8 h 8"/>
              <a:gd name="T12" fmla="*/ 3 w 9"/>
              <a:gd name="T13" fmla="*/ 8 h 8"/>
              <a:gd name="T14" fmla="*/ 2 w 9"/>
              <a:gd name="T15" fmla="*/ 7 h 8"/>
              <a:gd name="T16" fmla="*/ 2 w 9"/>
              <a:gd name="T17" fmla="*/ 1 h 8"/>
              <a:gd name="T18" fmla="*/ 3 w 9"/>
              <a:gd name="T19" fmla="*/ 1 h 8"/>
              <a:gd name="T20" fmla="*/ 5 w 9"/>
              <a:gd name="T21" fmla="*/ 0 h 8"/>
              <a:gd name="T22" fmla="*/ 5 w 9"/>
              <a:gd name="T23" fmla="*/ 0 h 8"/>
              <a:gd name="T24" fmla="*/ 6 w 9"/>
              <a:gd name="T25" fmla="*/ 1 h 8"/>
              <a:gd name="T26" fmla="*/ 7 w 9"/>
              <a:gd name="T27" fmla="*/ 1 h 8"/>
              <a:gd name="T28" fmla="*/ 7 w 9"/>
              <a:gd name="T29" fmla="*/ 1 h 8"/>
              <a:gd name="T30" fmla="*/ 9 w 9"/>
              <a:gd name="T31" fmla="*/ 4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9" h="8">
                <a:moveTo>
                  <a:pt x="9" y="4"/>
                </a:moveTo>
                <a:cubicBezTo>
                  <a:pt x="9" y="5"/>
                  <a:pt x="8" y="6"/>
                  <a:pt x="7" y="7"/>
                </a:cubicBezTo>
                <a:cubicBezTo>
                  <a:pt x="7" y="7"/>
                  <a:pt x="7" y="7"/>
                  <a:pt x="7" y="8"/>
                </a:cubicBezTo>
                <a:cubicBezTo>
                  <a:pt x="7" y="8"/>
                  <a:pt x="6" y="8"/>
                  <a:pt x="6" y="8"/>
                </a:cubicBezTo>
                <a:cubicBezTo>
                  <a:pt x="6" y="8"/>
                  <a:pt x="6" y="8"/>
                  <a:pt x="5" y="8"/>
                </a:cubicBezTo>
                <a:cubicBezTo>
                  <a:pt x="5" y="8"/>
                  <a:pt x="5" y="8"/>
                  <a:pt x="5" y="8"/>
                </a:cubicBezTo>
                <a:cubicBezTo>
                  <a:pt x="4" y="8"/>
                  <a:pt x="3" y="8"/>
                  <a:pt x="3" y="8"/>
                </a:cubicBezTo>
                <a:cubicBezTo>
                  <a:pt x="2" y="8"/>
                  <a:pt x="2" y="7"/>
                  <a:pt x="2" y="7"/>
                </a:cubicBezTo>
                <a:cubicBezTo>
                  <a:pt x="0" y="6"/>
                  <a:pt x="0" y="3"/>
                  <a:pt x="2" y="1"/>
                </a:cubicBezTo>
                <a:cubicBezTo>
                  <a:pt x="2" y="1"/>
                  <a:pt x="2" y="1"/>
                  <a:pt x="3" y="1"/>
                </a:cubicBezTo>
                <a:cubicBezTo>
                  <a:pt x="3" y="0"/>
                  <a:pt x="4" y="0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6" y="0"/>
                  <a:pt x="6" y="0"/>
                  <a:pt x="6" y="1"/>
                </a:cubicBezTo>
                <a:cubicBezTo>
                  <a:pt x="6" y="1"/>
                  <a:pt x="7" y="1"/>
                  <a:pt x="7" y="1"/>
                </a:cubicBezTo>
                <a:cubicBezTo>
                  <a:pt x="7" y="1"/>
                  <a:pt x="7" y="1"/>
                  <a:pt x="7" y="1"/>
                </a:cubicBezTo>
                <a:cubicBezTo>
                  <a:pt x="8" y="2"/>
                  <a:pt x="9" y="3"/>
                  <a:pt x="9" y="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Freeform 48">
            <a:extLst>
              <a:ext uri="{FF2B5EF4-FFF2-40B4-BE49-F238E27FC236}">
                <a16:creationId xmlns:a16="http://schemas.microsoft.com/office/drawing/2014/main" id="{0E995B83-D460-7449-1FEB-FA4AD4C28F51}"/>
              </a:ext>
            </a:extLst>
          </p:cNvPr>
          <p:cNvSpPr>
            <a:spLocks/>
          </p:cNvSpPr>
          <p:nvPr userDrawn="1"/>
        </p:nvSpPr>
        <p:spPr bwMode="auto">
          <a:xfrm>
            <a:off x="8260190" y="1199072"/>
            <a:ext cx="71655" cy="81952"/>
          </a:xfrm>
          <a:custGeom>
            <a:avLst/>
            <a:gdLst>
              <a:gd name="T0" fmla="*/ 4 w 8"/>
              <a:gd name="T1" fmla="*/ 8 h 8"/>
              <a:gd name="T2" fmla="*/ 0 w 8"/>
              <a:gd name="T3" fmla="*/ 4 h 8"/>
              <a:gd name="T4" fmla="*/ 0 w 8"/>
              <a:gd name="T5" fmla="*/ 4 h 8"/>
              <a:gd name="T6" fmla="*/ 4 w 8"/>
              <a:gd name="T7" fmla="*/ 0 h 8"/>
              <a:gd name="T8" fmla="*/ 4 w 8"/>
              <a:gd name="T9" fmla="*/ 0 h 8"/>
              <a:gd name="T10" fmla="*/ 8 w 8"/>
              <a:gd name="T11" fmla="*/ 4 h 8"/>
              <a:gd name="T12" fmla="*/ 8 w 8"/>
              <a:gd name="T13" fmla="*/ 4 h 8"/>
              <a:gd name="T14" fmla="*/ 4 w 8"/>
              <a:gd name="T15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4" y="8"/>
                </a:moveTo>
                <a:cubicBezTo>
                  <a:pt x="1" y="8"/>
                  <a:pt x="0" y="6"/>
                  <a:pt x="0" y="4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2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6" y="8"/>
                  <a:pt x="4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Freeform 49">
            <a:extLst>
              <a:ext uri="{FF2B5EF4-FFF2-40B4-BE49-F238E27FC236}">
                <a16:creationId xmlns:a16="http://schemas.microsoft.com/office/drawing/2014/main" id="{F95AEBA3-719E-9799-5728-09552CD14B6A}"/>
              </a:ext>
            </a:extLst>
          </p:cNvPr>
          <p:cNvSpPr>
            <a:spLocks/>
          </p:cNvSpPr>
          <p:nvPr userDrawn="1"/>
        </p:nvSpPr>
        <p:spPr bwMode="auto">
          <a:xfrm>
            <a:off x="8030146" y="1199072"/>
            <a:ext cx="71655" cy="81952"/>
          </a:xfrm>
          <a:custGeom>
            <a:avLst/>
            <a:gdLst>
              <a:gd name="T0" fmla="*/ 4 w 8"/>
              <a:gd name="T1" fmla="*/ 8 h 8"/>
              <a:gd name="T2" fmla="*/ 0 w 8"/>
              <a:gd name="T3" fmla="*/ 4 h 8"/>
              <a:gd name="T4" fmla="*/ 0 w 8"/>
              <a:gd name="T5" fmla="*/ 4 h 8"/>
              <a:gd name="T6" fmla="*/ 4 w 8"/>
              <a:gd name="T7" fmla="*/ 0 h 8"/>
              <a:gd name="T8" fmla="*/ 4 w 8"/>
              <a:gd name="T9" fmla="*/ 0 h 8"/>
              <a:gd name="T10" fmla="*/ 8 w 8"/>
              <a:gd name="T11" fmla="*/ 4 h 8"/>
              <a:gd name="T12" fmla="*/ 8 w 8"/>
              <a:gd name="T13" fmla="*/ 4 h 8"/>
              <a:gd name="T14" fmla="*/ 4 w 8"/>
              <a:gd name="T15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4" y="8"/>
                </a:moveTo>
                <a:cubicBezTo>
                  <a:pt x="1" y="8"/>
                  <a:pt x="0" y="6"/>
                  <a:pt x="0" y="4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2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6" y="8"/>
                  <a:pt x="4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Freeform 50">
            <a:extLst>
              <a:ext uri="{FF2B5EF4-FFF2-40B4-BE49-F238E27FC236}">
                <a16:creationId xmlns:a16="http://schemas.microsoft.com/office/drawing/2014/main" id="{D02C5993-E79D-A5DD-FCCC-3EA4AED9BD91}"/>
              </a:ext>
            </a:extLst>
          </p:cNvPr>
          <p:cNvSpPr>
            <a:spLocks/>
          </p:cNvSpPr>
          <p:nvPr userDrawn="1"/>
        </p:nvSpPr>
        <p:spPr bwMode="auto">
          <a:xfrm>
            <a:off x="7796329" y="1199072"/>
            <a:ext cx="71655" cy="81952"/>
          </a:xfrm>
          <a:custGeom>
            <a:avLst/>
            <a:gdLst>
              <a:gd name="T0" fmla="*/ 4 w 8"/>
              <a:gd name="T1" fmla="*/ 8 h 8"/>
              <a:gd name="T2" fmla="*/ 0 w 8"/>
              <a:gd name="T3" fmla="*/ 4 h 8"/>
              <a:gd name="T4" fmla="*/ 0 w 8"/>
              <a:gd name="T5" fmla="*/ 4 h 8"/>
              <a:gd name="T6" fmla="*/ 4 w 8"/>
              <a:gd name="T7" fmla="*/ 0 h 8"/>
              <a:gd name="T8" fmla="*/ 4 w 8"/>
              <a:gd name="T9" fmla="*/ 0 h 8"/>
              <a:gd name="T10" fmla="*/ 8 w 8"/>
              <a:gd name="T11" fmla="*/ 4 h 8"/>
              <a:gd name="T12" fmla="*/ 8 w 8"/>
              <a:gd name="T13" fmla="*/ 4 h 8"/>
              <a:gd name="T14" fmla="*/ 4 w 8"/>
              <a:gd name="T15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4" y="8"/>
                </a:moveTo>
                <a:cubicBezTo>
                  <a:pt x="1" y="8"/>
                  <a:pt x="0" y="6"/>
                  <a:pt x="0" y="4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2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6" y="8"/>
                  <a:pt x="4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" name="Freeform 51">
            <a:extLst>
              <a:ext uri="{FF2B5EF4-FFF2-40B4-BE49-F238E27FC236}">
                <a16:creationId xmlns:a16="http://schemas.microsoft.com/office/drawing/2014/main" id="{C6F787C5-7D83-419E-2980-9D6BD0D542A9}"/>
              </a:ext>
            </a:extLst>
          </p:cNvPr>
          <p:cNvSpPr>
            <a:spLocks/>
          </p:cNvSpPr>
          <p:nvPr userDrawn="1"/>
        </p:nvSpPr>
        <p:spPr bwMode="auto">
          <a:xfrm>
            <a:off x="7554970" y="983411"/>
            <a:ext cx="79197" cy="81952"/>
          </a:xfrm>
          <a:custGeom>
            <a:avLst/>
            <a:gdLst>
              <a:gd name="T0" fmla="*/ 9 w 9"/>
              <a:gd name="T1" fmla="*/ 4 h 8"/>
              <a:gd name="T2" fmla="*/ 7 w 9"/>
              <a:gd name="T3" fmla="*/ 7 h 8"/>
              <a:gd name="T4" fmla="*/ 6 w 9"/>
              <a:gd name="T5" fmla="*/ 7 h 8"/>
              <a:gd name="T6" fmla="*/ 5 w 9"/>
              <a:gd name="T7" fmla="*/ 8 h 8"/>
              <a:gd name="T8" fmla="*/ 4 w 9"/>
              <a:gd name="T9" fmla="*/ 8 h 8"/>
              <a:gd name="T10" fmla="*/ 3 w 9"/>
              <a:gd name="T11" fmla="*/ 7 h 8"/>
              <a:gd name="T12" fmla="*/ 2 w 9"/>
              <a:gd name="T13" fmla="*/ 7 h 8"/>
              <a:gd name="T14" fmla="*/ 2 w 9"/>
              <a:gd name="T15" fmla="*/ 7 h 8"/>
              <a:gd name="T16" fmla="*/ 1 w 9"/>
              <a:gd name="T17" fmla="*/ 2 h 8"/>
              <a:gd name="T18" fmla="*/ 2 w 9"/>
              <a:gd name="T19" fmla="*/ 1 h 8"/>
              <a:gd name="T20" fmla="*/ 2 w 9"/>
              <a:gd name="T21" fmla="*/ 0 h 8"/>
              <a:gd name="T22" fmla="*/ 3 w 9"/>
              <a:gd name="T23" fmla="*/ 0 h 8"/>
              <a:gd name="T24" fmla="*/ 4 w 9"/>
              <a:gd name="T25" fmla="*/ 0 h 8"/>
              <a:gd name="T26" fmla="*/ 5 w 9"/>
              <a:gd name="T27" fmla="*/ 0 h 8"/>
              <a:gd name="T28" fmla="*/ 6 w 9"/>
              <a:gd name="T29" fmla="*/ 0 h 8"/>
              <a:gd name="T30" fmla="*/ 7 w 9"/>
              <a:gd name="T31" fmla="*/ 1 h 8"/>
              <a:gd name="T32" fmla="*/ 9 w 9"/>
              <a:gd name="T33" fmla="*/ 4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9" h="8">
                <a:moveTo>
                  <a:pt x="9" y="4"/>
                </a:moveTo>
                <a:cubicBezTo>
                  <a:pt x="9" y="5"/>
                  <a:pt x="8" y="6"/>
                  <a:pt x="7" y="7"/>
                </a:cubicBezTo>
                <a:cubicBezTo>
                  <a:pt x="7" y="7"/>
                  <a:pt x="7" y="7"/>
                  <a:pt x="6" y="7"/>
                </a:cubicBezTo>
                <a:cubicBezTo>
                  <a:pt x="6" y="8"/>
                  <a:pt x="5" y="8"/>
                  <a:pt x="5" y="8"/>
                </a:cubicBezTo>
                <a:cubicBezTo>
                  <a:pt x="4" y="8"/>
                  <a:pt x="4" y="8"/>
                  <a:pt x="4" y="8"/>
                </a:cubicBezTo>
                <a:cubicBezTo>
                  <a:pt x="3" y="8"/>
                  <a:pt x="3" y="8"/>
                  <a:pt x="3" y="7"/>
                </a:cubicBezTo>
                <a:cubicBezTo>
                  <a:pt x="3" y="7"/>
                  <a:pt x="3" y="7"/>
                  <a:pt x="2" y="7"/>
                </a:cubicBezTo>
                <a:cubicBezTo>
                  <a:pt x="2" y="7"/>
                  <a:pt x="2" y="7"/>
                  <a:pt x="2" y="7"/>
                </a:cubicBezTo>
                <a:cubicBezTo>
                  <a:pt x="1" y="6"/>
                  <a:pt x="0" y="4"/>
                  <a:pt x="1" y="2"/>
                </a:cubicBezTo>
                <a:cubicBezTo>
                  <a:pt x="1" y="2"/>
                  <a:pt x="1" y="1"/>
                  <a:pt x="2" y="1"/>
                </a:cubicBezTo>
                <a:cubicBezTo>
                  <a:pt x="2" y="1"/>
                  <a:pt x="2" y="1"/>
                  <a:pt x="2" y="0"/>
                </a:cubicBezTo>
                <a:cubicBezTo>
                  <a:pt x="3" y="0"/>
                  <a:pt x="3" y="0"/>
                  <a:pt x="3" y="0"/>
                </a:cubicBezTo>
                <a:cubicBezTo>
                  <a:pt x="3" y="0"/>
                  <a:pt x="3" y="0"/>
                  <a:pt x="4" y="0"/>
                </a:cubicBezTo>
                <a:cubicBezTo>
                  <a:pt x="4" y="0"/>
                  <a:pt x="4" y="0"/>
                  <a:pt x="5" y="0"/>
                </a:cubicBezTo>
                <a:cubicBezTo>
                  <a:pt x="5" y="0"/>
                  <a:pt x="6" y="0"/>
                  <a:pt x="6" y="0"/>
                </a:cubicBezTo>
                <a:cubicBezTo>
                  <a:pt x="7" y="0"/>
                  <a:pt x="7" y="1"/>
                  <a:pt x="7" y="1"/>
                </a:cubicBezTo>
                <a:cubicBezTo>
                  <a:pt x="8" y="2"/>
                  <a:pt x="9" y="3"/>
                  <a:pt x="9" y="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6" name="Freeform 52">
            <a:extLst>
              <a:ext uri="{FF2B5EF4-FFF2-40B4-BE49-F238E27FC236}">
                <a16:creationId xmlns:a16="http://schemas.microsoft.com/office/drawing/2014/main" id="{187993B7-F446-A6B9-5E44-4671C52EFF79}"/>
              </a:ext>
            </a:extLst>
          </p:cNvPr>
          <p:cNvSpPr>
            <a:spLocks/>
          </p:cNvSpPr>
          <p:nvPr userDrawn="1"/>
        </p:nvSpPr>
        <p:spPr bwMode="auto">
          <a:xfrm>
            <a:off x="8260190" y="983411"/>
            <a:ext cx="71655" cy="81952"/>
          </a:xfrm>
          <a:custGeom>
            <a:avLst/>
            <a:gdLst>
              <a:gd name="T0" fmla="*/ 4 w 8"/>
              <a:gd name="T1" fmla="*/ 8 h 8"/>
              <a:gd name="T2" fmla="*/ 0 w 8"/>
              <a:gd name="T3" fmla="*/ 4 h 8"/>
              <a:gd name="T4" fmla="*/ 0 w 8"/>
              <a:gd name="T5" fmla="*/ 4 h 8"/>
              <a:gd name="T6" fmla="*/ 4 w 8"/>
              <a:gd name="T7" fmla="*/ 0 h 8"/>
              <a:gd name="T8" fmla="*/ 4 w 8"/>
              <a:gd name="T9" fmla="*/ 0 h 8"/>
              <a:gd name="T10" fmla="*/ 8 w 8"/>
              <a:gd name="T11" fmla="*/ 4 h 8"/>
              <a:gd name="T12" fmla="*/ 8 w 8"/>
              <a:gd name="T13" fmla="*/ 4 h 8"/>
              <a:gd name="T14" fmla="*/ 4 w 8"/>
              <a:gd name="T15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4" y="8"/>
                </a:moveTo>
                <a:cubicBezTo>
                  <a:pt x="1" y="8"/>
                  <a:pt x="0" y="6"/>
                  <a:pt x="0" y="4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2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6" y="8"/>
                  <a:pt x="4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7" name="Freeform 53">
            <a:extLst>
              <a:ext uri="{FF2B5EF4-FFF2-40B4-BE49-F238E27FC236}">
                <a16:creationId xmlns:a16="http://schemas.microsoft.com/office/drawing/2014/main" id="{AAFCB142-855D-B384-4877-0E159061494D}"/>
              </a:ext>
            </a:extLst>
          </p:cNvPr>
          <p:cNvSpPr>
            <a:spLocks/>
          </p:cNvSpPr>
          <p:nvPr userDrawn="1"/>
        </p:nvSpPr>
        <p:spPr bwMode="auto">
          <a:xfrm>
            <a:off x="8030146" y="983411"/>
            <a:ext cx="71655" cy="81952"/>
          </a:xfrm>
          <a:custGeom>
            <a:avLst/>
            <a:gdLst>
              <a:gd name="T0" fmla="*/ 4 w 8"/>
              <a:gd name="T1" fmla="*/ 8 h 8"/>
              <a:gd name="T2" fmla="*/ 0 w 8"/>
              <a:gd name="T3" fmla="*/ 4 h 8"/>
              <a:gd name="T4" fmla="*/ 0 w 8"/>
              <a:gd name="T5" fmla="*/ 4 h 8"/>
              <a:gd name="T6" fmla="*/ 4 w 8"/>
              <a:gd name="T7" fmla="*/ 0 h 8"/>
              <a:gd name="T8" fmla="*/ 4 w 8"/>
              <a:gd name="T9" fmla="*/ 0 h 8"/>
              <a:gd name="T10" fmla="*/ 8 w 8"/>
              <a:gd name="T11" fmla="*/ 4 h 8"/>
              <a:gd name="T12" fmla="*/ 8 w 8"/>
              <a:gd name="T13" fmla="*/ 4 h 8"/>
              <a:gd name="T14" fmla="*/ 4 w 8"/>
              <a:gd name="T15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4" y="8"/>
                </a:moveTo>
                <a:cubicBezTo>
                  <a:pt x="1" y="8"/>
                  <a:pt x="0" y="6"/>
                  <a:pt x="0" y="4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2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6" y="8"/>
                  <a:pt x="4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Freeform 54">
            <a:extLst>
              <a:ext uri="{FF2B5EF4-FFF2-40B4-BE49-F238E27FC236}">
                <a16:creationId xmlns:a16="http://schemas.microsoft.com/office/drawing/2014/main" id="{BAC36CB3-8319-1C45-D4D7-B04270998F02}"/>
              </a:ext>
            </a:extLst>
          </p:cNvPr>
          <p:cNvSpPr>
            <a:spLocks/>
          </p:cNvSpPr>
          <p:nvPr userDrawn="1"/>
        </p:nvSpPr>
        <p:spPr bwMode="auto">
          <a:xfrm>
            <a:off x="7796329" y="983411"/>
            <a:ext cx="71655" cy="81952"/>
          </a:xfrm>
          <a:custGeom>
            <a:avLst/>
            <a:gdLst>
              <a:gd name="T0" fmla="*/ 4 w 8"/>
              <a:gd name="T1" fmla="*/ 8 h 8"/>
              <a:gd name="T2" fmla="*/ 0 w 8"/>
              <a:gd name="T3" fmla="*/ 4 h 8"/>
              <a:gd name="T4" fmla="*/ 0 w 8"/>
              <a:gd name="T5" fmla="*/ 4 h 8"/>
              <a:gd name="T6" fmla="*/ 4 w 8"/>
              <a:gd name="T7" fmla="*/ 0 h 8"/>
              <a:gd name="T8" fmla="*/ 4 w 8"/>
              <a:gd name="T9" fmla="*/ 0 h 8"/>
              <a:gd name="T10" fmla="*/ 8 w 8"/>
              <a:gd name="T11" fmla="*/ 4 h 8"/>
              <a:gd name="T12" fmla="*/ 8 w 8"/>
              <a:gd name="T13" fmla="*/ 4 h 8"/>
              <a:gd name="T14" fmla="*/ 4 w 8"/>
              <a:gd name="T15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4" y="8"/>
                </a:moveTo>
                <a:cubicBezTo>
                  <a:pt x="1" y="8"/>
                  <a:pt x="0" y="6"/>
                  <a:pt x="0" y="4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2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6" y="8"/>
                  <a:pt x="4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Freeform 55">
            <a:extLst>
              <a:ext uri="{FF2B5EF4-FFF2-40B4-BE49-F238E27FC236}">
                <a16:creationId xmlns:a16="http://schemas.microsoft.com/office/drawing/2014/main" id="{B1A277E0-57D8-ED0C-F39B-1371A636985F}"/>
              </a:ext>
            </a:extLst>
          </p:cNvPr>
          <p:cNvSpPr>
            <a:spLocks/>
          </p:cNvSpPr>
          <p:nvPr userDrawn="1"/>
        </p:nvSpPr>
        <p:spPr bwMode="auto">
          <a:xfrm>
            <a:off x="7554970" y="759125"/>
            <a:ext cx="79197" cy="81952"/>
          </a:xfrm>
          <a:custGeom>
            <a:avLst/>
            <a:gdLst>
              <a:gd name="T0" fmla="*/ 9 w 9"/>
              <a:gd name="T1" fmla="*/ 4 h 8"/>
              <a:gd name="T2" fmla="*/ 7 w 9"/>
              <a:gd name="T3" fmla="*/ 7 h 8"/>
              <a:gd name="T4" fmla="*/ 7 w 9"/>
              <a:gd name="T5" fmla="*/ 8 h 8"/>
              <a:gd name="T6" fmla="*/ 6 w 9"/>
              <a:gd name="T7" fmla="*/ 8 h 8"/>
              <a:gd name="T8" fmla="*/ 5 w 9"/>
              <a:gd name="T9" fmla="*/ 8 h 8"/>
              <a:gd name="T10" fmla="*/ 5 w 9"/>
              <a:gd name="T11" fmla="*/ 8 h 8"/>
              <a:gd name="T12" fmla="*/ 4 w 9"/>
              <a:gd name="T13" fmla="*/ 8 h 8"/>
              <a:gd name="T14" fmla="*/ 3 w 9"/>
              <a:gd name="T15" fmla="*/ 8 h 8"/>
              <a:gd name="T16" fmla="*/ 2 w 9"/>
              <a:gd name="T17" fmla="*/ 8 h 8"/>
              <a:gd name="T18" fmla="*/ 2 w 9"/>
              <a:gd name="T19" fmla="*/ 7 h 8"/>
              <a:gd name="T20" fmla="*/ 1 w 9"/>
              <a:gd name="T21" fmla="*/ 7 h 8"/>
              <a:gd name="T22" fmla="*/ 1 w 9"/>
              <a:gd name="T23" fmla="*/ 6 h 8"/>
              <a:gd name="T24" fmla="*/ 1 w 9"/>
              <a:gd name="T25" fmla="*/ 5 h 8"/>
              <a:gd name="T26" fmla="*/ 1 w 9"/>
              <a:gd name="T27" fmla="*/ 3 h 8"/>
              <a:gd name="T28" fmla="*/ 2 w 9"/>
              <a:gd name="T29" fmla="*/ 1 h 8"/>
              <a:gd name="T30" fmla="*/ 5 w 9"/>
              <a:gd name="T31" fmla="*/ 0 h 8"/>
              <a:gd name="T32" fmla="*/ 7 w 9"/>
              <a:gd name="T33" fmla="*/ 1 h 8"/>
              <a:gd name="T34" fmla="*/ 8 w 9"/>
              <a:gd name="T35" fmla="*/ 3 h 8"/>
              <a:gd name="T36" fmla="*/ 9 w 9"/>
              <a:gd name="T37" fmla="*/ 4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9" h="8">
                <a:moveTo>
                  <a:pt x="9" y="4"/>
                </a:moveTo>
                <a:cubicBezTo>
                  <a:pt x="9" y="5"/>
                  <a:pt x="8" y="6"/>
                  <a:pt x="7" y="7"/>
                </a:cubicBezTo>
                <a:cubicBezTo>
                  <a:pt x="7" y="7"/>
                  <a:pt x="7" y="7"/>
                  <a:pt x="7" y="8"/>
                </a:cubicBezTo>
                <a:cubicBezTo>
                  <a:pt x="7" y="8"/>
                  <a:pt x="6" y="8"/>
                  <a:pt x="6" y="8"/>
                </a:cubicBezTo>
                <a:cubicBezTo>
                  <a:pt x="6" y="8"/>
                  <a:pt x="6" y="8"/>
                  <a:pt x="5" y="8"/>
                </a:cubicBezTo>
                <a:cubicBezTo>
                  <a:pt x="5" y="8"/>
                  <a:pt x="5" y="8"/>
                  <a:pt x="5" y="8"/>
                </a:cubicBezTo>
                <a:cubicBezTo>
                  <a:pt x="4" y="8"/>
                  <a:pt x="4" y="8"/>
                  <a:pt x="4" y="8"/>
                </a:cubicBezTo>
                <a:cubicBezTo>
                  <a:pt x="3" y="8"/>
                  <a:pt x="3" y="8"/>
                  <a:pt x="3" y="8"/>
                </a:cubicBezTo>
                <a:cubicBezTo>
                  <a:pt x="3" y="8"/>
                  <a:pt x="3" y="8"/>
                  <a:pt x="2" y="8"/>
                </a:cubicBezTo>
                <a:cubicBezTo>
                  <a:pt x="2" y="7"/>
                  <a:pt x="2" y="7"/>
                  <a:pt x="2" y="7"/>
                </a:cubicBezTo>
                <a:cubicBezTo>
                  <a:pt x="1" y="7"/>
                  <a:pt x="1" y="7"/>
                  <a:pt x="1" y="7"/>
                </a:cubicBezTo>
                <a:cubicBezTo>
                  <a:pt x="1" y="6"/>
                  <a:pt x="1" y="6"/>
                  <a:pt x="1" y="6"/>
                </a:cubicBezTo>
                <a:cubicBezTo>
                  <a:pt x="1" y="6"/>
                  <a:pt x="1" y="5"/>
                  <a:pt x="1" y="5"/>
                </a:cubicBezTo>
                <a:cubicBezTo>
                  <a:pt x="0" y="4"/>
                  <a:pt x="1" y="4"/>
                  <a:pt x="1" y="3"/>
                </a:cubicBezTo>
                <a:cubicBezTo>
                  <a:pt x="1" y="2"/>
                  <a:pt x="1" y="2"/>
                  <a:pt x="2" y="1"/>
                </a:cubicBezTo>
                <a:cubicBezTo>
                  <a:pt x="2" y="1"/>
                  <a:pt x="3" y="0"/>
                  <a:pt x="5" y="0"/>
                </a:cubicBezTo>
                <a:cubicBezTo>
                  <a:pt x="6" y="0"/>
                  <a:pt x="7" y="1"/>
                  <a:pt x="7" y="1"/>
                </a:cubicBezTo>
                <a:cubicBezTo>
                  <a:pt x="8" y="2"/>
                  <a:pt x="8" y="2"/>
                  <a:pt x="8" y="3"/>
                </a:cubicBezTo>
                <a:cubicBezTo>
                  <a:pt x="8" y="3"/>
                  <a:pt x="9" y="4"/>
                  <a:pt x="9" y="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Freeform 56">
            <a:extLst>
              <a:ext uri="{FF2B5EF4-FFF2-40B4-BE49-F238E27FC236}">
                <a16:creationId xmlns:a16="http://schemas.microsoft.com/office/drawing/2014/main" id="{C1F0B03D-8F8C-69A8-F16B-82E28526D07E}"/>
              </a:ext>
            </a:extLst>
          </p:cNvPr>
          <p:cNvSpPr>
            <a:spLocks/>
          </p:cNvSpPr>
          <p:nvPr userDrawn="1"/>
        </p:nvSpPr>
        <p:spPr bwMode="auto">
          <a:xfrm>
            <a:off x="8260190" y="759125"/>
            <a:ext cx="71655" cy="81952"/>
          </a:xfrm>
          <a:custGeom>
            <a:avLst/>
            <a:gdLst>
              <a:gd name="T0" fmla="*/ 4 w 8"/>
              <a:gd name="T1" fmla="*/ 8 h 8"/>
              <a:gd name="T2" fmla="*/ 0 w 8"/>
              <a:gd name="T3" fmla="*/ 4 h 8"/>
              <a:gd name="T4" fmla="*/ 0 w 8"/>
              <a:gd name="T5" fmla="*/ 4 h 8"/>
              <a:gd name="T6" fmla="*/ 4 w 8"/>
              <a:gd name="T7" fmla="*/ 0 h 8"/>
              <a:gd name="T8" fmla="*/ 4 w 8"/>
              <a:gd name="T9" fmla="*/ 0 h 8"/>
              <a:gd name="T10" fmla="*/ 8 w 8"/>
              <a:gd name="T11" fmla="*/ 4 h 8"/>
              <a:gd name="T12" fmla="*/ 8 w 8"/>
              <a:gd name="T13" fmla="*/ 4 h 8"/>
              <a:gd name="T14" fmla="*/ 4 w 8"/>
              <a:gd name="T15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4" y="8"/>
                </a:moveTo>
                <a:cubicBezTo>
                  <a:pt x="1" y="8"/>
                  <a:pt x="0" y="7"/>
                  <a:pt x="0" y="4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2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7"/>
                  <a:pt x="6" y="8"/>
                  <a:pt x="4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Freeform 57">
            <a:extLst>
              <a:ext uri="{FF2B5EF4-FFF2-40B4-BE49-F238E27FC236}">
                <a16:creationId xmlns:a16="http://schemas.microsoft.com/office/drawing/2014/main" id="{59A3E580-AEAE-1EFD-51AB-5F096947EB2E}"/>
              </a:ext>
            </a:extLst>
          </p:cNvPr>
          <p:cNvSpPr>
            <a:spLocks/>
          </p:cNvSpPr>
          <p:nvPr userDrawn="1"/>
        </p:nvSpPr>
        <p:spPr bwMode="auto">
          <a:xfrm>
            <a:off x="8030146" y="759125"/>
            <a:ext cx="71655" cy="81952"/>
          </a:xfrm>
          <a:custGeom>
            <a:avLst/>
            <a:gdLst>
              <a:gd name="T0" fmla="*/ 4 w 8"/>
              <a:gd name="T1" fmla="*/ 8 h 8"/>
              <a:gd name="T2" fmla="*/ 0 w 8"/>
              <a:gd name="T3" fmla="*/ 4 h 8"/>
              <a:gd name="T4" fmla="*/ 0 w 8"/>
              <a:gd name="T5" fmla="*/ 4 h 8"/>
              <a:gd name="T6" fmla="*/ 4 w 8"/>
              <a:gd name="T7" fmla="*/ 0 h 8"/>
              <a:gd name="T8" fmla="*/ 4 w 8"/>
              <a:gd name="T9" fmla="*/ 0 h 8"/>
              <a:gd name="T10" fmla="*/ 8 w 8"/>
              <a:gd name="T11" fmla="*/ 4 h 8"/>
              <a:gd name="T12" fmla="*/ 8 w 8"/>
              <a:gd name="T13" fmla="*/ 4 h 8"/>
              <a:gd name="T14" fmla="*/ 4 w 8"/>
              <a:gd name="T15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4" y="8"/>
                </a:moveTo>
                <a:cubicBezTo>
                  <a:pt x="1" y="8"/>
                  <a:pt x="0" y="7"/>
                  <a:pt x="0" y="4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2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7"/>
                  <a:pt x="6" y="8"/>
                  <a:pt x="4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" name="Freeform 58">
            <a:extLst>
              <a:ext uri="{FF2B5EF4-FFF2-40B4-BE49-F238E27FC236}">
                <a16:creationId xmlns:a16="http://schemas.microsoft.com/office/drawing/2014/main" id="{389F9AF2-2552-D6CE-9895-8DE6D2FEA5EA}"/>
              </a:ext>
            </a:extLst>
          </p:cNvPr>
          <p:cNvSpPr>
            <a:spLocks/>
          </p:cNvSpPr>
          <p:nvPr userDrawn="1"/>
        </p:nvSpPr>
        <p:spPr bwMode="auto">
          <a:xfrm>
            <a:off x="7796329" y="759125"/>
            <a:ext cx="71655" cy="81952"/>
          </a:xfrm>
          <a:custGeom>
            <a:avLst/>
            <a:gdLst>
              <a:gd name="T0" fmla="*/ 4 w 8"/>
              <a:gd name="T1" fmla="*/ 8 h 8"/>
              <a:gd name="T2" fmla="*/ 0 w 8"/>
              <a:gd name="T3" fmla="*/ 4 h 8"/>
              <a:gd name="T4" fmla="*/ 0 w 8"/>
              <a:gd name="T5" fmla="*/ 4 h 8"/>
              <a:gd name="T6" fmla="*/ 4 w 8"/>
              <a:gd name="T7" fmla="*/ 0 h 8"/>
              <a:gd name="T8" fmla="*/ 4 w 8"/>
              <a:gd name="T9" fmla="*/ 0 h 8"/>
              <a:gd name="T10" fmla="*/ 8 w 8"/>
              <a:gd name="T11" fmla="*/ 4 h 8"/>
              <a:gd name="T12" fmla="*/ 8 w 8"/>
              <a:gd name="T13" fmla="*/ 4 h 8"/>
              <a:gd name="T14" fmla="*/ 4 w 8"/>
              <a:gd name="T15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4" y="8"/>
                </a:moveTo>
                <a:cubicBezTo>
                  <a:pt x="1" y="8"/>
                  <a:pt x="0" y="7"/>
                  <a:pt x="0" y="4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2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7"/>
                  <a:pt x="6" y="8"/>
                  <a:pt x="4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" name="Freeform 59">
            <a:extLst>
              <a:ext uri="{FF2B5EF4-FFF2-40B4-BE49-F238E27FC236}">
                <a16:creationId xmlns:a16="http://schemas.microsoft.com/office/drawing/2014/main" id="{04B0E66C-8E02-BC51-72BE-998BA9914A01}"/>
              </a:ext>
            </a:extLst>
          </p:cNvPr>
          <p:cNvSpPr>
            <a:spLocks/>
          </p:cNvSpPr>
          <p:nvPr userDrawn="1"/>
        </p:nvSpPr>
        <p:spPr bwMode="auto">
          <a:xfrm>
            <a:off x="8494007" y="1199072"/>
            <a:ext cx="71655" cy="81952"/>
          </a:xfrm>
          <a:custGeom>
            <a:avLst/>
            <a:gdLst>
              <a:gd name="T0" fmla="*/ 4 w 8"/>
              <a:gd name="T1" fmla="*/ 8 h 8"/>
              <a:gd name="T2" fmla="*/ 0 w 8"/>
              <a:gd name="T3" fmla="*/ 4 h 8"/>
              <a:gd name="T4" fmla="*/ 0 w 8"/>
              <a:gd name="T5" fmla="*/ 4 h 8"/>
              <a:gd name="T6" fmla="*/ 4 w 8"/>
              <a:gd name="T7" fmla="*/ 0 h 8"/>
              <a:gd name="T8" fmla="*/ 4 w 8"/>
              <a:gd name="T9" fmla="*/ 0 h 8"/>
              <a:gd name="T10" fmla="*/ 8 w 8"/>
              <a:gd name="T11" fmla="*/ 4 h 8"/>
              <a:gd name="T12" fmla="*/ 8 w 8"/>
              <a:gd name="T13" fmla="*/ 4 h 8"/>
              <a:gd name="T14" fmla="*/ 4 w 8"/>
              <a:gd name="T15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4" y="8"/>
                </a:moveTo>
                <a:cubicBezTo>
                  <a:pt x="1" y="8"/>
                  <a:pt x="0" y="6"/>
                  <a:pt x="0" y="4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2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6" y="8"/>
                  <a:pt x="4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" name="Freeform 60">
            <a:extLst>
              <a:ext uri="{FF2B5EF4-FFF2-40B4-BE49-F238E27FC236}">
                <a16:creationId xmlns:a16="http://schemas.microsoft.com/office/drawing/2014/main" id="{83FEAD96-0841-4D40-178E-97E9C84FFB8C}"/>
              </a:ext>
            </a:extLst>
          </p:cNvPr>
          <p:cNvSpPr>
            <a:spLocks/>
          </p:cNvSpPr>
          <p:nvPr userDrawn="1"/>
        </p:nvSpPr>
        <p:spPr bwMode="auto">
          <a:xfrm>
            <a:off x="8494007" y="983411"/>
            <a:ext cx="71655" cy="81952"/>
          </a:xfrm>
          <a:custGeom>
            <a:avLst/>
            <a:gdLst>
              <a:gd name="T0" fmla="*/ 4 w 8"/>
              <a:gd name="T1" fmla="*/ 8 h 8"/>
              <a:gd name="T2" fmla="*/ 0 w 8"/>
              <a:gd name="T3" fmla="*/ 4 h 8"/>
              <a:gd name="T4" fmla="*/ 0 w 8"/>
              <a:gd name="T5" fmla="*/ 4 h 8"/>
              <a:gd name="T6" fmla="*/ 4 w 8"/>
              <a:gd name="T7" fmla="*/ 0 h 8"/>
              <a:gd name="T8" fmla="*/ 4 w 8"/>
              <a:gd name="T9" fmla="*/ 0 h 8"/>
              <a:gd name="T10" fmla="*/ 8 w 8"/>
              <a:gd name="T11" fmla="*/ 4 h 8"/>
              <a:gd name="T12" fmla="*/ 8 w 8"/>
              <a:gd name="T13" fmla="*/ 4 h 8"/>
              <a:gd name="T14" fmla="*/ 4 w 8"/>
              <a:gd name="T15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4" y="8"/>
                </a:moveTo>
                <a:cubicBezTo>
                  <a:pt x="1" y="8"/>
                  <a:pt x="0" y="6"/>
                  <a:pt x="0" y="4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2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6" y="8"/>
                  <a:pt x="4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5" name="Freeform 61">
            <a:extLst>
              <a:ext uri="{FF2B5EF4-FFF2-40B4-BE49-F238E27FC236}">
                <a16:creationId xmlns:a16="http://schemas.microsoft.com/office/drawing/2014/main" id="{1BB333D4-270B-B610-96A8-15893CE32657}"/>
              </a:ext>
            </a:extLst>
          </p:cNvPr>
          <p:cNvSpPr>
            <a:spLocks/>
          </p:cNvSpPr>
          <p:nvPr userDrawn="1"/>
        </p:nvSpPr>
        <p:spPr bwMode="auto">
          <a:xfrm>
            <a:off x="8494007" y="759125"/>
            <a:ext cx="71655" cy="81952"/>
          </a:xfrm>
          <a:custGeom>
            <a:avLst/>
            <a:gdLst>
              <a:gd name="T0" fmla="*/ 4 w 8"/>
              <a:gd name="T1" fmla="*/ 8 h 8"/>
              <a:gd name="T2" fmla="*/ 0 w 8"/>
              <a:gd name="T3" fmla="*/ 4 h 8"/>
              <a:gd name="T4" fmla="*/ 0 w 8"/>
              <a:gd name="T5" fmla="*/ 4 h 8"/>
              <a:gd name="T6" fmla="*/ 4 w 8"/>
              <a:gd name="T7" fmla="*/ 0 h 8"/>
              <a:gd name="T8" fmla="*/ 4 w 8"/>
              <a:gd name="T9" fmla="*/ 0 h 8"/>
              <a:gd name="T10" fmla="*/ 8 w 8"/>
              <a:gd name="T11" fmla="*/ 4 h 8"/>
              <a:gd name="T12" fmla="*/ 8 w 8"/>
              <a:gd name="T13" fmla="*/ 4 h 8"/>
              <a:gd name="T14" fmla="*/ 4 w 8"/>
              <a:gd name="T15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4" y="8"/>
                </a:moveTo>
                <a:cubicBezTo>
                  <a:pt x="1" y="8"/>
                  <a:pt x="0" y="7"/>
                  <a:pt x="0" y="4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2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7"/>
                  <a:pt x="6" y="8"/>
                  <a:pt x="4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6" name="Freeform 62">
            <a:extLst>
              <a:ext uri="{FF2B5EF4-FFF2-40B4-BE49-F238E27FC236}">
                <a16:creationId xmlns:a16="http://schemas.microsoft.com/office/drawing/2014/main" id="{B71EBDBB-A419-2FAD-493C-814DFDED58A5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53478" y="5883215"/>
            <a:ext cx="305471" cy="81952"/>
          </a:xfrm>
          <a:custGeom>
            <a:avLst/>
            <a:gdLst>
              <a:gd name="T0" fmla="*/ 30 w 34"/>
              <a:gd name="T1" fmla="*/ 8 h 8"/>
              <a:gd name="T2" fmla="*/ 26 w 34"/>
              <a:gd name="T3" fmla="*/ 4 h 8"/>
              <a:gd name="T4" fmla="*/ 26 w 34"/>
              <a:gd name="T5" fmla="*/ 4 h 8"/>
              <a:gd name="T6" fmla="*/ 30 w 34"/>
              <a:gd name="T7" fmla="*/ 0 h 8"/>
              <a:gd name="T8" fmla="*/ 30 w 34"/>
              <a:gd name="T9" fmla="*/ 0 h 8"/>
              <a:gd name="T10" fmla="*/ 34 w 34"/>
              <a:gd name="T11" fmla="*/ 4 h 8"/>
              <a:gd name="T12" fmla="*/ 34 w 34"/>
              <a:gd name="T13" fmla="*/ 4 h 8"/>
              <a:gd name="T14" fmla="*/ 30 w 34"/>
              <a:gd name="T15" fmla="*/ 8 h 8"/>
              <a:gd name="T16" fmla="*/ 4 w 34"/>
              <a:gd name="T17" fmla="*/ 8 h 8"/>
              <a:gd name="T18" fmla="*/ 0 w 34"/>
              <a:gd name="T19" fmla="*/ 4 h 8"/>
              <a:gd name="T20" fmla="*/ 0 w 34"/>
              <a:gd name="T21" fmla="*/ 4 h 8"/>
              <a:gd name="T22" fmla="*/ 4 w 34"/>
              <a:gd name="T23" fmla="*/ 0 h 8"/>
              <a:gd name="T24" fmla="*/ 4 w 34"/>
              <a:gd name="T25" fmla="*/ 0 h 8"/>
              <a:gd name="T26" fmla="*/ 8 w 34"/>
              <a:gd name="T27" fmla="*/ 4 h 8"/>
              <a:gd name="T28" fmla="*/ 8 w 34"/>
              <a:gd name="T29" fmla="*/ 4 h 8"/>
              <a:gd name="T30" fmla="*/ 4 w 34"/>
              <a:gd name="T31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4" h="8">
                <a:moveTo>
                  <a:pt x="30" y="8"/>
                </a:moveTo>
                <a:cubicBezTo>
                  <a:pt x="28" y="8"/>
                  <a:pt x="26" y="6"/>
                  <a:pt x="26" y="4"/>
                </a:cubicBezTo>
                <a:cubicBezTo>
                  <a:pt x="26" y="4"/>
                  <a:pt x="26" y="4"/>
                  <a:pt x="26" y="4"/>
                </a:cubicBezTo>
                <a:cubicBezTo>
                  <a:pt x="26" y="1"/>
                  <a:pt x="28" y="0"/>
                  <a:pt x="30" y="0"/>
                </a:cubicBezTo>
                <a:cubicBezTo>
                  <a:pt x="30" y="0"/>
                  <a:pt x="30" y="0"/>
                  <a:pt x="30" y="0"/>
                </a:cubicBezTo>
                <a:cubicBezTo>
                  <a:pt x="32" y="0"/>
                  <a:pt x="34" y="1"/>
                  <a:pt x="34" y="4"/>
                </a:cubicBezTo>
                <a:cubicBezTo>
                  <a:pt x="34" y="4"/>
                  <a:pt x="34" y="4"/>
                  <a:pt x="34" y="4"/>
                </a:cubicBezTo>
                <a:cubicBezTo>
                  <a:pt x="34" y="6"/>
                  <a:pt x="32" y="8"/>
                  <a:pt x="30" y="8"/>
                </a:cubicBezTo>
                <a:close/>
                <a:moveTo>
                  <a:pt x="4" y="8"/>
                </a:moveTo>
                <a:cubicBezTo>
                  <a:pt x="1" y="8"/>
                  <a:pt x="0" y="6"/>
                  <a:pt x="0" y="4"/>
                </a:cubicBezTo>
                <a:cubicBezTo>
                  <a:pt x="0" y="4"/>
                  <a:pt x="0" y="4"/>
                  <a:pt x="0" y="4"/>
                </a:cubicBezTo>
                <a:cubicBezTo>
                  <a:pt x="0" y="1"/>
                  <a:pt x="1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1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6" y="8"/>
                  <a:pt x="4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7" name="Freeform 63">
            <a:extLst>
              <a:ext uri="{FF2B5EF4-FFF2-40B4-BE49-F238E27FC236}">
                <a16:creationId xmlns:a16="http://schemas.microsoft.com/office/drawing/2014/main" id="{0A57C754-C7FA-D67E-0F32-7915DAFBDE7D}"/>
              </a:ext>
            </a:extLst>
          </p:cNvPr>
          <p:cNvSpPr>
            <a:spLocks/>
          </p:cNvSpPr>
          <p:nvPr userDrawn="1"/>
        </p:nvSpPr>
        <p:spPr bwMode="auto">
          <a:xfrm>
            <a:off x="1309799" y="5883215"/>
            <a:ext cx="79197" cy="81952"/>
          </a:xfrm>
          <a:custGeom>
            <a:avLst/>
            <a:gdLst>
              <a:gd name="T0" fmla="*/ 9 w 9"/>
              <a:gd name="T1" fmla="*/ 4 h 8"/>
              <a:gd name="T2" fmla="*/ 8 w 9"/>
              <a:gd name="T3" fmla="*/ 7 h 8"/>
              <a:gd name="T4" fmla="*/ 5 w 9"/>
              <a:gd name="T5" fmla="*/ 8 h 8"/>
              <a:gd name="T6" fmla="*/ 2 w 9"/>
              <a:gd name="T7" fmla="*/ 7 h 8"/>
              <a:gd name="T8" fmla="*/ 2 w 9"/>
              <a:gd name="T9" fmla="*/ 1 h 8"/>
              <a:gd name="T10" fmla="*/ 5 w 9"/>
              <a:gd name="T11" fmla="*/ 0 h 8"/>
              <a:gd name="T12" fmla="*/ 8 w 9"/>
              <a:gd name="T13" fmla="*/ 1 h 8"/>
              <a:gd name="T14" fmla="*/ 9 w 9"/>
              <a:gd name="T15" fmla="*/ 4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9" h="8">
                <a:moveTo>
                  <a:pt x="9" y="4"/>
                </a:moveTo>
                <a:cubicBezTo>
                  <a:pt x="9" y="5"/>
                  <a:pt x="8" y="6"/>
                  <a:pt x="8" y="7"/>
                </a:cubicBezTo>
                <a:cubicBezTo>
                  <a:pt x="7" y="7"/>
                  <a:pt x="6" y="8"/>
                  <a:pt x="5" y="8"/>
                </a:cubicBezTo>
                <a:cubicBezTo>
                  <a:pt x="4" y="8"/>
                  <a:pt x="3" y="7"/>
                  <a:pt x="2" y="7"/>
                </a:cubicBezTo>
                <a:cubicBezTo>
                  <a:pt x="0" y="5"/>
                  <a:pt x="0" y="2"/>
                  <a:pt x="2" y="1"/>
                </a:cubicBezTo>
                <a:cubicBezTo>
                  <a:pt x="3" y="0"/>
                  <a:pt x="4" y="0"/>
                  <a:pt x="5" y="0"/>
                </a:cubicBezTo>
                <a:cubicBezTo>
                  <a:pt x="6" y="0"/>
                  <a:pt x="7" y="0"/>
                  <a:pt x="8" y="1"/>
                </a:cubicBezTo>
                <a:cubicBezTo>
                  <a:pt x="8" y="2"/>
                  <a:pt x="9" y="3"/>
                  <a:pt x="9" y="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" name="Freeform 64">
            <a:extLst>
              <a:ext uri="{FF2B5EF4-FFF2-40B4-BE49-F238E27FC236}">
                <a16:creationId xmlns:a16="http://schemas.microsoft.com/office/drawing/2014/main" id="{AB5E4BB0-D484-0A50-11C3-2C1DCD25968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53478" y="5654616"/>
            <a:ext cx="305471" cy="81952"/>
          </a:xfrm>
          <a:custGeom>
            <a:avLst/>
            <a:gdLst>
              <a:gd name="T0" fmla="*/ 30 w 34"/>
              <a:gd name="T1" fmla="*/ 8 h 8"/>
              <a:gd name="T2" fmla="*/ 26 w 34"/>
              <a:gd name="T3" fmla="*/ 4 h 8"/>
              <a:gd name="T4" fmla="*/ 26 w 34"/>
              <a:gd name="T5" fmla="*/ 4 h 8"/>
              <a:gd name="T6" fmla="*/ 30 w 34"/>
              <a:gd name="T7" fmla="*/ 0 h 8"/>
              <a:gd name="T8" fmla="*/ 30 w 34"/>
              <a:gd name="T9" fmla="*/ 0 h 8"/>
              <a:gd name="T10" fmla="*/ 34 w 34"/>
              <a:gd name="T11" fmla="*/ 4 h 8"/>
              <a:gd name="T12" fmla="*/ 34 w 34"/>
              <a:gd name="T13" fmla="*/ 4 h 8"/>
              <a:gd name="T14" fmla="*/ 30 w 34"/>
              <a:gd name="T15" fmla="*/ 8 h 8"/>
              <a:gd name="T16" fmla="*/ 4 w 34"/>
              <a:gd name="T17" fmla="*/ 8 h 8"/>
              <a:gd name="T18" fmla="*/ 0 w 34"/>
              <a:gd name="T19" fmla="*/ 4 h 8"/>
              <a:gd name="T20" fmla="*/ 0 w 34"/>
              <a:gd name="T21" fmla="*/ 4 h 8"/>
              <a:gd name="T22" fmla="*/ 4 w 34"/>
              <a:gd name="T23" fmla="*/ 0 h 8"/>
              <a:gd name="T24" fmla="*/ 4 w 34"/>
              <a:gd name="T25" fmla="*/ 0 h 8"/>
              <a:gd name="T26" fmla="*/ 8 w 34"/>
              <a:gd name="T27" fmla="*/ 4 h 8"/>
              <a:gd name="T28" fmla="*/ 8 w 34"/>
              <a:gd name="T29" fmla="*/ 4 h 8"/>
              <a:gd name="T30" fmla="*/ 4 w 34"/>
              <a:gd name="T31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4" h="8">
                <a:moveTo>
                  <a:pt x="30" y="8"/>
                </a:moveTo>
                <a:cubicBezTo>
                  <a:pt x="28" y="8"/>
                  <a:pt x="26" y="6"/>
                  <a:pt x="26" y="4"/>
                </a:cubicBezTo>
                <a:cubicBezTo>
                  <a:pt x="26" y="4"/>
                  <a:pt x="26" y="4"/>
                  <a:pt x="26" y="4"/>
                </a:cubicBezTo>
                <a:cubicBezTo>
                  <a:pt x="26" y="2"/>
                  <a:pt x="28" y="0"/>
                  <a:pt x="30" y="0"/>
                </a:cubicBezTo>
                <a:cubicBezTo>
                  <a:pt x="30" y="0"/>
                  <a:pt x="30" y="0"/>
                  <a:pt x="30" y="0"/>
                </a:cubicBezTo>
                <a:cubicBezTo>
                  <a:pt x="32" y="0"/>
                  <a:pt x="34" y="2"/>
                  <a:pt x="34" y="4"/>
                </a:cubicBezTo>
                <a:cubicBezTo>
                  <a:pt x="34" y="4"/>
                  <a:pt x="34" y="4"/>
                  <a:pt x="34" y="4"/>
                </a:cubicBezTo>
                <a:cubicBezTo>
                  <a:pt x="34" y="6"/>
                  <a:pt x="32" y="8"/>
                  <a:pt x="30" y="8"/>
                </a:cubicBezTo>
                <a:close/>
                <a:moveTo>
                  <a:pt x="4" y="8"/>
                </a:moveTo>
                <a:cubicBezTo>
                  <a:pt x="1" y="8"/>
                  <a:pt x="0" y="6"/>
                  <a:pt x="0" y="4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2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6" y="8"/>
                  <a:pt x="4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9" name="Freeform 65">
            <a:extLst>
              <a:ext uri="{FF2B5EF4-FFF2-40B4-BE49-F238E27FC236}">
                <a16:creationId xmlns:a16="http://schemas.microsoft.com/office/drawing/2014/main" id="{D7391070-E0E5-67F9-7D79-194D8391D7A0}"/>
              </a:ext>
            </a:extLst>
          </p:cNvPr>
          <p:cNvSpPr>
            <a:spLocks/>
          </p:cNvSpPr>
          <p:nvPr userDrawn="1"/>
        </p:nvSpPr>
        <p:spPr bwMode="auto">
          <a:xfrm>
            <a:off x="1309799" y="5654616"/>
            <a:ext cx="79197" cy="81952"/>
          </a:xfrm>
          <a:custGeom>
            <a:avLst/>
            <a:gdLst>
              <a:gd name="T0" fmla="*/ 9 w 9"/>
              <a:gd name="T1" fmla="*/ 4 h 8"/>
              <a:gd name="T2" fmla="*/ 9 w 9"/>
              <a:gd name="T3" fmla="*/ 5 h 8"/>
              <a:gd name="T4" fmla="*/ 8 w 9"/>
              <a:gd name="T5" fmla="*/ 6 h 8"/>
              <a:gd name="T6" fmla="*/ 8 w 9"/>
              <a:gd name="T7" fmla="*/ 6 h 8"/>
              <a:gd name="T8" fmla="*/ 8 w 9"/>
              <a:gd name="T9" fmla="*/ 7 h 8"/>
              <a:gd name="T10" fmla="*/ 7 w 9"/>
              <a:gd name="T11" fmla="*/ 8 h 8"/>
              <a:gd name="T12" fmla="*/ 6 w 9"/>
              <a:gd name="T13" fmla="*/ 8 h 8"/>
              <a:gd name="T14" fmla="*/ 6 w 9"/>
              <a:gd name="T15" fmla="*/ 8 h 8"/>
              <a:gd name="T16" fmla="*/ 5 w 9"/>
              <a:gd name="T17" fmla="*/ 8 h 8"/>
              <a:gd name="T18" fmla="*/ 4 w 9"/>
              <a:gd name="T19" fmla="*/ 8 h 8"/>
              <a:gd name="T20" fmla="*/ 3 w 9"/>
              <a:gd name="T21" fmla="*/ 8 h 8"/>
              <a:gd name="T22" fmla="*/ 3 w 9"/>
              <a:gd name="T23" fmla="*/ 8 h 8"/>
              <a:gd name="T24" fmla="*/ 2 w 9"/>
              <a:gd name="T25" fmla="*/ 7 h 8"/>
              <a:gd name="T26" fmla="*/ 1 w 9"/>
              <a:gd name="T27" fmla="*/ 3 h 8"/>
              <a:gd name="T28" fmla="*/ 2 w 9"/>
              <a:gd name="T29" fmla="*/ 1 h 8"/>
              <a:gd name="T30" fmla="*/ 5 w 9"/>
              <a:gd name="T31" fmla="*/ 0 h 8"/>
              <a:gd name="T32" fmla="*/ 8 w 9"/>
              <a:gd name="T33" fmla="*/ 1 h 8"/>
              <a:gd name="T34" fmla="*/ 8 w 9"/>
              <a:gd name="T35" fmla="*/ 3 h 8"/>
              <a:gd name="T36" fmla="*/ 9 w 9"/>
              <a:gd name="T37" fmla="*/ 4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9" h="8">
                <a:moveTo>
                  <a:pt x="9" y="4"/>
                </a:moveTo>
                <a:cubicBezTo>
                  <a:pt x="9" y="4"/>
                  <a:pt x="9" y="5"/>
                  <a:pt x="9" y="5"/>
                </a:cubicBezTo>
                <a:cubicBezTo>
                  <a:pt x="9" y="5"/>
                  <a:pt x="9" y="6"/>
                  <a:pt x="8" y="6"/>
                </a:cubicBezTo>
                <a:cubicBezTo>
                  <a:pt x="8" y="6"/>
                  <a:pt x="8" y="6"/>
                  <a:pt x="8" y="6"/>
                </a:cubicBezTo>
                <a:cubicBezTo>
                  <a:pt x="8" y="7"/>
                  <a:pt x="8" y="7"/>
                  <a:pt x="8" y="7"/>
                </a:cubicBezTo>
                <a:cubicBezTo>
                  <a:pt x="7" y="7"/>
                  <a:pt x="7" y="7"/>
                  <a:pt x="7" y="8"/>
                </a:cubicBezTo>
                <a:cubicBezTo>
                  <a:pt x="7" y="8"/>
                  <a:pt x="7" y="8"/>
                  <a:pt x="6" y="8"/>
                </a:cubicBezTo>
                <a:cubicBezTo>
                  <a:pt x="6" y="8"/>
                  <a:pt x="6" y="8"/>
                  <a:pt x="6" y="8"/>
                </a:cubicBezTo>
                <a:cubicBezTo>
                  <a:pt x="5" y="8"/>
                  <a:pt x="5" y="8"/>
                  <a:pt x="5" y="8"/>
                </a:cubicBezTo>
                <a:cubicBezTo>
                  <a:pt x="4" y="8"/>
                  <a:pt x="4" y="8"/>
                  <a:pt x="4" y="8"/>
                </a:cubicBezTo>
                <a:cubicBezTo>
                  <a:pt x="4" y="8"/>
                  <a:pt x="3" y="8"/>
                  <a:pt x="3" y="8"/>
                </a:cubicBezTo>
                <a:cubicBezTo>
                  <a:pt x="3" y="8"/>
                  <a:pt x="3" y="8"/>
                  <a:pt x="3" y="8"/>
                </a:cubicBezTo>
                <a:cubicBezTo>
                  <a:pt x="2" y="7"/>
                  <a:pt x="2" y="7"/>
                  <a:pt x="2" y="7"/>
                </a:cubicBezTo>
                <a:cubicBezTo>
                  <a:pt x="1" y="6"/>
                  <a:pt x="0" y="4"/>
                  <a:pt x="1" y="3"/>
                </a:cubicBezTo>
                <a:cubicBezTo>
                  <a:pt x="1" y="2"/>
                  <a:pt x="2" y="2"/>
                  <a:pt x="2" y="1"/>
                </a:cubicBezTo>
                <a:cubicBezTo>
                  <a:pt x="3" y="1"/>
                  <a:pt x="4" y="0"/>
                  <a:pt x="5" y="0"/>
                </a:cubicBezTo>
                <a:cubicBezTo>
                  <a:pt x="6" y="0"/>
                  <a:pt x="7" y="1"/>
                  <a:pt x="8" y="1"/>
                </a:cubicBezTo>
                <a:cubicBezTo>
                  <a:pt x="8" y="2"/>
                  <a:pt x="8" y="2"/>
                  <a:pt x="8" y="3"/>
                </a:cubicBezTo>
                <a:cubicBezTo>
                  <a:pt x="9" y="3"/>
                  <a:pt x="9" y="4"/>
                  <a:pt x="9" y="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0" name="Freeform 66">
            <a:extLst>
              <a:ext uri="{FF2B5EF4-FFF2-40B4-BE49-F238E27FC236}">
                <a16:creationId xmlns:a16="http://schemas.microsoft.com/office/drawing/2014/main" id="{134A2E8D-AD9C-15B7-768D-8912BA73D7DF}"/>
              </a:ext>
            </a:extLst>
          </p:cNvPr>
          <p:cNvSpPr>
            <a:spLocks/>
          </p:cNvSpPr>
          <p:nvPr userDrawn="1"/>
        </p:nvSpPr>
        <p:spPr bwMode="auto">
          <a:xfrm>
            <a:off x="619661" y="5883215"/>
            <a:ext cx="71655" cy="81952"/>
          </a:xfrm>
          <a:custGeom>
            <a:avLst/>
            <a:gdLst>
              <a:gd name="T0" fmla="*/ 4 w 8"/>
              <a:gd name="T1" fmla="*/ 8 h 8"/>
              <a:gd name="T2" fmla="*/ 0 w 8"/>
              <a:gd name="T3" fmla="*/ 4 h 8"/>
              <a:gd name="T4" fmla="*/ 0 w 8"/>
              <a:gd name="T5" fmla="*/ 4 h 8"/>
              <a:gd name="T6" fmla="*/ 4 w 8"/>
              <a:gd name="T7" fmla="*/ 0 h 8"/>
              <a:gd name="T8" fmla="*/ 4 w 8"/>
              <a:gd name="T9" fmla="*/ 0 h 8"/>
              <a:gd name="T10" fmla="*/ 8 w 8"/>
              <a:gd name="T11" fmla="*/ 4 h 8"/>
              <a:gd name="T12" fmla="*/ 8 w 8"/>
              <a:gd name="T13" fmla="*/ 4 h 8"/>
              <a:gd name="T14" fmla="*/ 4 w 8"/>
              <a:gd name="T15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4" y="8"/>
                </a:moveTo>
                <a:cubicBezTo>
                  <a:pt x="1" y="8"/>
                  <a:pt x="0" y="6"/>
                  <a:pt x="0" y="4"/>
                </a:cubicBezTo>
                <a:cubicBezTo>
                  <a:pt x="0" y="4"/>
                  <a:pt x="0" y="4"/>
                  <a:pt x="0" y="4"/>
                </a:cubicBezTo>
                <a:cubicBezTo>
                  <a:pt x="0" y="1"/>
                  <a:pt x="1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1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6" y="8"/>
                  <a:pt x="4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" name="Freeform 67">
            <a:extLst>
              <a:ext uri="{FF2B5EF4-FFF2-40B4-BE49-F238E27FC236}">
                <a16:creationId xmlns:a16="http://schemas.microsoft.com/office/drawing/2014/main" id="{688941CC-C543-AE78-5310-F494484D6B29}"/>
              </a:ext>
            </a:extLst>
          </p:cNvPr>
          <p:cNvSpPr>
            <a:spLocks/>
          </p:cNvSpPr>
          <p:nvPr userDrawn="1"/>
        </p:nvSpPr>
        <p:spPr bwMode="auto">
          <a:xfrm>
            <a:off x="389617" y="5883215"/>
            <a:ext cx="67882" cy="81952"/>
          </a:xfrm>
          <a:custGeom>
            <a:avLst/>
            <a:gdLst>
              <a:gd name="T0" fmla="*/ 4 w 8"/>
              <a:gd name="T1" fmla="*/ 8 h 8"/>
              <a:gd name="T2" fmla="*/ 0 w 8"/>
              <a:gd name="T3" fmla="*/ 4 h 8"/>
              <a:gd name="T4" fmla="*/ 0 w 8"/>
              <a:gd name="T5" fmla="*/ 4 h 8"/>
              <a:gd name="T6" fmla="*/ 4 w 8"/>
              <a:gd name="T7" fmla="*/ 0 h 8"/>
              <a:gd name="T8" fmla="*/ 4 w 8"/>
              <a:gd name="T9" fmla="*/ 0 h 8"/>
              <a:gd name="T10" fmla="*/ 8 w 8"/>
              <a:gd name="T11" fmla="*/ 4 h 8"/>
              <a:gd name="T12" fmla="*/ 8 w 8"/>
              <a:gd name="T13" fmla="*/ 4 h 8"/>
              <a:gd name="T14" fmla="*/ 4 w 8"/>
              <a:gd name="T15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4" y="8"/>
                </a:moveTo>
                <a:cubicBezTo>
                  <a:pt x="1" y="8"/>
                  <a:pt x="0" y="6"/>
                  <a:pt x="0" y="4"/>
                </a:cubicBezTo>
                <a:cubicBezTo>
                  <a:pt x="0" y="4"/>
                  <a:pt x="0" y="4"/>
                  <a:pt x="0" y="4"/>
                </a:cubicBezTo>
                <a:cubicBezTo>
                  <a:pt x="0" y="1"/>
                  <a:pt x="1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1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6" y="8"/>
                  <a:pt x="4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" name="Freeform 68">
            <a:extLst>
              <a:ext uri="{FF2B5EF4-FFF2-40B4-BE49-F238E27FC236}">
                <a16:creationId xmlns:a16="http://schemas.microsoft.com/office/drawing/2014/main" id="{36578699-3294-404B-05CF-713712ED94BD}"/>
              </a:ext>
            </a:extLst>
          </p:cNvPr>
          <p:cNvSpPr>
            <a:spLocks/>
          </p:cNvSpPr>
          <p:nvPr userDrawn="1"/>
        </p:nvSpPr>
        <p:spPr bwMode="auto">
          <a:xfrm>
            <a:off x="619661" y="5654616"/>
            <a:ext cx="71655" cy="81952"/>
          </a:xfrm>
          <a:custGeom>
            <a:avLst/>
            <a:gdLst>
              <a:gd name="T0" fmla="*/ 4 w 8"/>
              <a:gd name="T1" fmla="*/ 8 h 8"/>
              <a:gd name="T2" fmla="*/ 0 w 8"/>
              <a:gd name="T3" fmla="*/ 4 h 8"/>
              <a:gd name="T4" fmla="*/ 0 w 8"/>
              <a:gd name="T5" fmla="*/ 4 h 8"/>
              <a:gd name="T6" fmla="*/ 4 w 8"/>
              <a:gd name="T7" fmla="*/ 0 h 8"/>
              <a:gd name="T8" fmla="*/ 4 w 8"/>
              <a:gd name="T9" fmla="*/ 0 h 8"/>
              <a:gd name="T10" fmla="*/ 8 w 8"/>
              <a:gd name="T11" fmla="*/ 4 h 8"/>
              <a:gd name="T12" fmla="*/ 8 w 8"/>
              <a:gd name="T13" fmla="*/ 4 h 8"/>
              <a:gd name="T14" fmla="*/ 4 w 8"/>
              <a:gd name="T15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4" y="8"/>
                </a:moveTo>
                <a:cubicBezTo>
                  <a:pt x="1" y="8"/>
                  <a:pt x="0" y="6"/>
                  <a:pt x="0" y="4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2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6" y="8"/>
                  <a:pt x="4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3" name="Freeform 69">
            <a:extLst>
              <a:ext uri="{FF2B5EF4-FFF2-40B4-BE49-F238E27FC236}">
                <a16:creationId xmlns:a16="http://schemas.microsoft.com/office/drawing/2014/main" id="{7CBC0F91-BDCA-73D4-92B3-2AA765A026E1}"/>
              </a:ext>
            </a:extLst>
          </p:cNvPr>
          <p:cNvSpPr>
            <a:spLocks/>
          </p:cNvSpPr>
          <p:nvPr userDrawn="1"/>
        </p:nvSpPr>
        <p:spPr bwMode="auto">
          <a:xfrm>
            <a:off x="389617" y="5654616"/>
            <a:ext cx="67882" cy="81952"/>
          </a:xfrm>
          <a:custGeom>
            <a:avLst/>
            <a:gdLst>
              <a:gd name="T0" fmla="*/ 4 w 8"/>
              <a:gd name="T1" fmla="*/ 8 h 8"/>
              <a:gd name="T2" fmla="*/ 0 w 8"/>
              <a:gd name="T3" fmla="*/ 4 h 8"/>
              <a:gd name="T4" fmla="*/ 0 w 8"/>
              <a:gd name="T5" fmla="*/ 4 h 8"/>
              <a:gd name="T6" fmla="*/ 4 w 8"/>
              <a:gd name="T7" fmla="*/ 0 h 8"/>
              <a:gd name="T8" fmla="*/ 4 w 8"/>
              <a:gd name="T9" fmla="*/ 0 h 8"/>
              <a:gd name="T10" fmla="*/ 8 w 8"/>
              <a:gd name="T11" fmla="*/ 4 h 8"/>
              <a:gd name="T12" fmla="*/ 8 w 8"/>
              <a:gd name="T13" fmla="*/ 4 h 8"/>
              <a:gd name="T14" fmla="*/ 4 w 8"/>
              <a:gd name="T15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4" y="8"/>
                </a:moveTo>
                <a:cubicBezTo>
                  <a:pt x="1" y="8"/>
                  <a:pt x="0" y="6"/>
                  <a:pt x="0" y="4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2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6" y="8"/>
                  <a:pt x="4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4" name="Rectangle 70">
            <a:extLst>
              <a:ext uri="{FF2B5EF4-FFF2-40B4-BE49-F238E27FC236}">
                <a16:creationId xmlns:a16="http://schemas.microsoft.com/office/drawing/2014/main" id="{3D52E9B9-61B2-2DFF-A742-F03CD14B41B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36088" y="0"/>
            <a:ext cx="71655" cy="180723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5" name="Rectangle 71">
            <a:extLst>
              <a:ext uri="{FF2B5EF4-FFF2-40B4-BE49-F238E27FC236}">
                <a16:creationId xmlns:a16="http://schemas.microsoft.com/office/drawing/2014/main" id="{D1593C2A-6C3A-BC03-2508-41E7A83F240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10170" y="5585605"/>
            <a:ext cx="1549980" cy="819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736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4A253-6E39-80A1-F1B9-F5496B17F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0513"/>
            <a:ext cx="11132127" cy="738188"/>
          </a:xfrm>
        </p:spPr>
        <p:txBody>
          <a:bodyPr/>
          <a:lstStyle>
            <a:lvl1pPr>
              <a:defRPr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401A0-3B74-1B7D-CE81-F12DF320A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6629"/>
            <a:ext cx="10515600" cy="541085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AFCC3D-2D9E-4322-2668-EB14CC8B32FC}"/>
              </a:ext>
            </a:extLst>
          </p:cNvPr>
          <p:cNvSpPr/>
          <p:nvPr userDrawn="1"/>
        </p:nvSpPr>
        <p:spPr>
          <a:xfrm>
            <a:off x="0" y="0"/>
            <a:ext cx="12192000" cy="11430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B78114-E6AD-F711-A479-24930D480ED9}"/>
              </a:ext>
            </a:extLst>
          </p:cNvPr>
          <p:cNvSpPr/>
          <p:nvPr userDrawn="1"/>
        </p:nvSpPr>
        <p:spPr>
          <a:xfrm>
            <a:off x="1995055" y="0"/>
            <a:ext cx="8201890" cy="114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288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>
            <a:extLst>
              <a:ext uri="{FF2B5EF4-FFF2-40B4-BE49-F238E27FC236}">
                <a16:creationId xmlns:a16="http://schemas.microsoft.com/office/drawing/2014/main" id="{329FBCF9-6541-3247-EBF5-42EEA152B8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-1"/>
            <a:ext cx="12192000" cy="5420880"/>
          </a:xfrm>
          <a:prstGeom prst="rect">
            <a:avLst/>
          </a:prstGeom>
          <a:gradFill flip="none" rotWithShape="1">
            <a:gsLst>
              <a:gs pos="27000">
                <a:schemeClr val="tx1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34A253-6E39-80A1-F1B9-F5496B17F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766" y="146560"/>
            <a:ext cx="11132127" cy="738188"/>
          </a:xfrm>
        </p:spPr>
        <p:txBody>
          <a:bodyPr/>
          <a:lstStyle>
            <a:lvl1pPr>
              <a:defRPr b="1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401A0-3B74-1B7D-CE81-F12DF320A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5027"/>
            <a:ext cx="9634858" cy="355157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C4C21D73-4AC0-1AA3-4EBC-25E0E62C2319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0776988" y="5525512"/>
            <a:ext cx="94668" cy="403578"/>
          </a:xfrm>
          <a:custGeom>
            <a:avLst/>
            <a:gdLst>
              <a:gd name="T0" fmla="*/ 0 w 8"/>
              <a:gd name="T1" fmla="*/ 30 h 34"/>
              <a:gd name="T2" fmla="*/ 4 w 8"/>
              <a:gd name="T3" fmla="*/ 26 h 34"/>
              <a:gd name="T4" fmla="*/ 4 w 8"/>
              <a:gd name="T5" fmla="*/ 26 h 34"/>
              <a:gd name="T6" fmla="*/ 8 w 8"/>
              <a:gd name="T7" fmla="*/ 30 h 34"/>
              <a:gd name="T8" fmla="*/ 8 w 8"/>
              <a:gd name="T9" fmla="*/ 30 h 34"/>
              <a:gd name="T10" fmla="*/ 4 w 8"/>
              <a:gd name="T11" fmla="*/ 34 h 34"/>
              <a:gd name="T12" fmla="*/ 4 w 8"/>
              <a:gd name="T13" fmla="*/ 34 h 34"/>
              <a:gd name="T14" fmla="*/ 0 w 8"/>
              <a:gd name="T15" fmla="*/ 30 h 34"/>
              <a:gd name="T16" fmla="*/ 0 w 8"/>
              <a:gd name="T17" fmla="*/ 4 h 34"/>
              <a:gd name="T18" fmla="*/ 4 w 8"/>
              <a:gd name="T19" fmla="*/ 0 h 34"/>
              <a:gd name="T20" fmla="*/ 4 w 8"/>
              <a:gd name="T21" fmla="*/ 0 h 34"/>
              <a:gd name="T22" fmla="*/ 8 w 8"/>
              <a:gd name="T23" fmla="*/ 4 h 34"/>
              <a:gd name="T24" fmla="*/ 8 w 8"/>
              <a:gd name="T25" fmla="*/ 4 h 34"/>
              <a:gd name="T26" fmla="*/ 4 w 8"/>
              <a:gd name="T27" fmla="*/ 8 h 34"/>
              <a:gd name="T28" fmla="*/ 4 w 8"/>
              <a:gd name="T29" fmla="*/ 8 h 34"/>
              <a:gd name="T30" fmla="*/ 0 w 8"/>
              <a:gd name="T31" fmla="*/ 4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8" h="34">
                <a:moveTo>
                  <a:pt x="0" y="30"/>
                </a:moveTo>
                <a:cubicBezTo>
                  <a:pt x="0" y="28"/>
                  <a:pt x="2" y="26"/>
                  <a:pt x="4" y="26"/>
                </a:cubicBezTo>
                <a:cubicBezTo>
                  <a:pt x="4" y="26"/>
                  <a:pt x="4" y="26"/>
                  <a:pt x="4" y="26"/>
                </a:cubicBezTo>
                <a:cubicBezTo>
                  <a:pt x="7" y="26"/>
                  <a:pt x="8" y="28"/>
                  <a:pt x="8" y="30"/>
                </a:cubicBezTo>
                <a:cubicBezTo>
                  <a:pt x="8" y="30"/>
                  <a:pt x="8" y="30"/>
                  <a:pt x="8" y="30"/>
                </a:cubicBezTo>
                <a:cubicBezTo>
                  <a:pt x="8" y="32"/>
                  <a:pt x="7" y="34"/>
                  <a:pt x="4" y="34"/>
                </a:cubicBezTo>
                <a:cubicBezTo>
                  <a:pt x="4" y="34"/>
                  <a:pt x="4" y="34"/>
                  <a:pt x="4" y="34"/>
                </a:cubicBezTo>
                <a:cubicBezTo>
                  <a:pt x="2" y="34"/>
                  <a:pt x="0" y="32"/>
                  <a:pt x="0" y="30"/>
                </a:cubicBezTo>
                <a:close/>
                <a:moveTo>
                  <a:pt x="0" y="4"/>
                </a:moveTo>
                <a:cubicBezTo>
                  <a:pt x="0" y="1"/>
                  <a:pt x="2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7" y="0"/>
                  <a:pt x="8" y="1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7" y="8"/>
                  <a:pt x="4" y="8"/>
                </a:cubicBezTo>
                <a:cubicBezTo>
                  <a:pt x="4" y="8"/>
                  <a:pt x="4" y="8"/>
                  <a:pt x="4" y="8"/>
                </a:cubicBezTo>
                <a:cubicBezTo>
                  <a:pt x="2" y="8"/>
                  <a:pt x="0" y="6"/>
                  <a:pt x="0" y="4"/>
                </a:cubicBezTo>
                <a:close/>
              </a:path>
            </a:pathLst>
          </a:custGeom>
          <a:solidFill>
            <a:srgbClr val="4140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AA54027C-C26C-F76B-16E3-4FBAD854C21B}"/>
              </a:ext>
            </a:extLst>
          </p:cNvPr>
          <p:cNvSpPr>
            <a:spLocks/>
          </p:cNvSpPr>
          <p:nvPr userDrawn="1"/>
        </p:nvSpPr>
        <p:spPr bwMode="auto">
          <a:xfrm>
            <a:off x="10776988" y="6133368"/>
            <a:ext cx="94668" cy="104633"/>
          </a:xfrm>
          <a:custGeom>
            <a:avLst/>
            <a:gdLst>
              <a:gd name="T0" fmla="*/ 4 w 8"/>
              <a:gd name="T1" fmla="*/ 9 h 9"/>
              <a:gd name="T2" fmla="*/ 2 w 8"/>
              <a:gd name="T3" fmla="*/ 8 h 9"/>
              <a:gd name="T4" fmla="*/ 1 w 8"/>
              <a:gd name="T5" fmla="*/ 6 h 9"/>
              <a:gd name="T6" fmla="*/ 0 w 8"/>
              <a:gd name="T7" fmla="*/ 5 h 9"/>
              <a:gd name="T8" fmla="*/ 2 w 8"/>
              <a:gd name="T9" fmla="*/ 2 h 9"/>
              <a:gd name="T10" fmla="*/ 7 w 8"/>
              <a:gd name="T11" fmla="*/ 2 h 9"/>
              <a:gd name="T12" fmla="*/ 8 w 8"/>
              <a:gd name="T13" fmla="*/ 5 h 9"/>
              <a:gd name="T14" fmla="*/ 8 w 8"/>
              <a:gd name="T15" fmla="*/ 6 h 9"/>
              <a:gd name="T16" fmla="*/ 7 w 8"/>
              <a:gd name="T17" fmla="*/ 8 h 9"/>
              <a:gd name="T18" fmla="*/ 4 w 8"/>
              <a:gd name="T19" fmla="*/ 9 h 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" h="9">
                <a:moveTo>
                  <a:pt x="4" y="9"/>
                </a:moveTo>
                <a:cubicBezTo>
                  <a:pt x="3" y="9"/>
                  <a:pt x="2" y="8"/>
                  <a:pt x="2" y="8"/>
                </a:cubicBezTo>
                <a:cubicBezTo>
                  <a:pt x="1" y="7"/>
                  <a:pt x="1" y="7"/>
                  <a:pt x="1" y="6"/>
                </a:cubicBezTo>
                <a:cubicBezTo>
                  <a:pt x="1" y="6"/>
                  <a:pt x="0" y="5"/>
                  <a:pt x="0" y="5"/>
                </a:cubicBezTo>
                <a:cubicBezTo>
                  <a:pt x="0" y="4"/>
                  <a:pt x="1" y="3"/>
                  <a:pt x="2" y="2"/>
                </a:cubicBezTo>
                <a:cubicBezTo>
                  <a:pt x="3" y="0"/>
                  <a:pt x="6" y="0"/>
                  <a:pt x="7" y="2"/>
                </a:cubicBezTo>
                <a:cubicBezTo>
                  <a:pt x="8" y="3"/>
                  <a:pt x="8" y="4"/>
                  <a:pt x="8" y="5"/>
                </a:cubicBezTo>
                <a:cubicBezTo>
                  <a:pt x="8" y="5"/>
                  <a:pt x="8" y="6"/>
                  <a:pt x="8" y="6"/>
                </a:cubicBezTo>
                <a:cubicBezTo>
                  <a:pt x="8" y="7"/>
                  <a:pt x="8" y="7"/>
                  <a:pt x="7" y="8"/>
                </a:cubicBezTo>
                <a:cubicBezTo>
                  <a:pt x="7" y="8"/>
                  <a:pt x="5" y="9"/>
                  <a:pt x="4" y="9"/>
                </a:cubicBezTo>
                <a:close/>
              </a:path>
            </a:pathLst>
          </a:custGeom>
          <a:solidFill>
            <a:srgbClr val="4140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D97BBF0F-5550-15FF-852C-F5D4DBFB367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036074" y="5525512"/>
            <a:ext cx="94668" cy="403578"/>
          </a:xfrm>
          <a:custGeom>
            <a:avLst/>
            <a:gdLst>
              <a:gd name="T0" fmla="*/ 0 w 8"/>
              <a:gd name="T1" fmla="*/ 30 h 34"/>
              <a:gd name="T2" fmla="*/ 4 w 8"/>
              <a:gd name="T3" fmla="*/ 26 h 34"/>
              <a:gd name="T4" fmla="*/ 4 w 8"/>
              <a:gd name="T5" fmla="*/ 26 h 34"/>
              <a:gd name="T6" fmla="*/ 8 w 8"/>
              <a:gd name="T7" fmla="*/ 30 h 34"/>
              <a:gd name="T8" fmla="*/ 8 w 8"/>
              <a:gd name="T9" fmla="*/ 30 h 34"/>
              <a:gd name="T10" fmla="*/ 4 w 8"/>
              <a:gd name="T11" fmla="*/ 34 h 34"/>
              <a:gd name="T12" fmla="*/ 4 w 8"/>
              <a:gd name="T13" fmla="*/ 34 h 34"/>
              <a:gd name="T14" fmla="*/ 0 w 8"/>
              <a:gd name="T15" fmla="*/ 30 h 34"/>
              <a:gd name="T16" fmla="*/ 0 w 8"/>
              <a:gd name="T17" fmla="*/ 4 h 34"/>
              <a:gd name="T18" fmla="*/ 4 w 8"/>
              <a:gd name="T19" fmla="*/ 0 h 34"/>
              <a:gd name="T20" fmla="*/ 4 w 8"/>
              <a:gd name="T21" fmla="*/ 0 h 34"/>
              <a:gd name="T22" fmla="*/ 8 w 8"/>
              <a:gd name="T23" fmla="*/ 4 h 34"/>
              <a:gd name="T24" fmla="*/ 8 w 8"/>
              <a:gd name="T25" fmla="*/ 4 h 34"/>
              <a:gd name="T26" fmla="*/ 4 w 8"/>
              <a:gd name="T27" fmla="*/ 8 h 34"/>
              <a:gd name="T28" fmla="*/ 4 w 8"/>
              <a:gd name="T29" fmla="*/ 8 h 34"/>
              <a:gd name="T30" fmla="*/ 0 w 8"/>
              <a:gd name="T31" fmla="*/ 4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8" h="34">
                <a:moveTo>
                  <a:pt x="0" y="30"/>
                </a:moveTo>
                <a:cubicBezTo>
                  <a:pt x="0" y="28"/>
                  <a:pt x="2" y="26"/>
                  <a:pt x="4" y="26"/>
                </a:cubicBezTo>
                <a:cubicBezTo>
                  <a:pt x="4" y="26"/>
                  <a:pt x="4" y="26"/>
                  <a:pt x="4" y="26"/>
                </a:cubicBezTo>
                <a:cubicBezTo>
                  <a:pt x="6" y="26"/>
                  <a:pt x="8" y="28"/>
                  <a:pt x="8" y="30"/>
                </a:cubicBezTo>
                <a:cubicBezTo>
                  <a:pt x="8" y="30"/>
                  <a:pt x="8" y="30"/>
                  <a:pt x="8" y="30"/>
                </a:cubicBezTo>
                <a:cubicBezTo>
                  <a:pt x="8" y="32"/>
                  <a:pt x="6" y="34"/>
                  <a:pt x="4" y="34"/>
                </a:cubicBezTo>
                <a:cubicBezTo>
                  <a:pt x="4" y="34"/>
                  <a:pt x="4" y="34"/>
                  <a:pt x="4" y="34"/>
                </a:cubicBezTo>
                <a:cubicBezTo>
                  <a:pt x="2" y="34"/>
                  <a:pt x="0" y="32"/>
                  <a:pt x="0" y="30"/>
                </a:cubicBezTo>
                <a:close/>
                <a:moveTo>
                  <a:pt x="0" y="4"/>
                </a:moveTo>
                <a:cubicBezTo>
                  <a:pt x="0" y="1"/>
                  <a:pt x="2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1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6" y="8"/>
                  <a:pt x="4" y="8"/>
                </a:cubicBezTo>
                <a:cubicBezTo>
                  <a:pt x="4" y="8"/>
                  <a:pt x="4" y="8"/>
                  <a:pt x="4" y="8"/>
                </a:cubicBezTo>
                <a:cubicBezTo>
                  <a:pt x="2" y="8"/>
                  <a:pt x="0" y="6"/>
                  <a:pt x="0" y="4"/>
                </a:cubicBezTo>
                <a:close/>
              </a:path>
            </a:pathLst>
          </a:custGeom>
          <a:solidFill>
            <a:srgbClr val="4140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418A0165-168B-3925-9021-76ED092F3E07}"/>
              </a:ext>
            </a:extLst>
          </p:cNvPr>
          <p:cNvSpPr>
            <a:spLocks/>
          </p:cNvSpPr>
          <p:nvPr userDrawn="1"/>
        </p:nvSpPr>
        <p:spPr bwMode="auto">
          <a:xfrm>
            <a:off x="11036074" y="6133368"/>
            <a:ext cx="94668" cy="104633"/>
          </a:xfrm>
          <a:custGeom>
            <a:avLst/>
            <a:gdLst>
              <a:gd name="T0" fmla="*/ 4 w 8"/>
              <a:gd name="T1" fmla="*/ 9 h 9"/>
              <a:gd name="T2" fmla="*/ 1 w 8"/>
              <a:gd name="T3" fmla="*/ 8 h 9"/>
              <a:gd name="T4" fmla="*/ 0 w 8"/>
              <a:gd name="T5" fmla="*/ 5 h 9"/>
              <a:gd name="T6" fmla="*/ 1 w 8"/>
              <a:gd name="T7" fmla="*/ 2 h 9"/>
              <a:gd name="T8" fmla="*/ 7 w 8"/>
              <a:gd name="T9" fmla="*/ 2 h 9"/>
              <a:gd name="T10" fmla="*/ 8 w 8"/>
              <a:gd name="T11" fmla="*/ 5 h 9"/>
              <a:gd name="T12" fmla="*/ 7 w 8"/>
              <a:gd name="T13" fmla="*/ 8 h 9"/>
              <a:gd name="T14" fmla="*/ 4 w 8"/>
              <a:gd name="T15" fmla="*/ 9 h 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9">
                <a:moveTo>
                  <a:pt x="4" y="9"/>
                </a:moveTo>
                <a:cubicBezTo>
                  <a:pt x="3" y="9"/>
                  <a:pt x="2" y="8"/>
                  <a:pt x="1" y="8"/>
                </a:cubicBezTo>
                <a:cubicBezTo>
                  <a:pt x="0" y="7"/>
                  <a:pt x="0" y="6"/>
                  <a:pt x="0" y="5"/>
                </a:cubicBezTo>
                <a:cubicBezTo>
                  <a:pt x="0" y="4"/>
                  <a:pt x="0" y="3"/>
                  <a:pt x="1" y="2"/>
                </a:cubicBezTo>
                <a:cubicBezTo>
                  <a:pt x="3" y="0"/>
                  <a:pt x="5" y="0"/>
                  <a:pt x="7" y="2"/>
                </a:cubicBezTo>
                <a:cubicBezTo>
                  <a:pt x="7" y="3"/>
                  <a:pt x="8" y="4"/>
                  <a:pt x="8" y="5"/>
                </a:cubicBezTo>
                <a:cubicBezTo>
                  <a:pt x="8" y="6"/>
                  <a:pt x="7" y="7"/>
                  <a:pt x="7" y="8"/>
                </a:cubicBezTo>
                <a:cubicBezTo>
                  <a:pt x="6" y="8"/>
                  <a:pt x="5" y="9"/>
                  <a:pt x="4" y="9"/>
                </a:cubicBezTo>
                <a:close/>
              </a:path>
            </a:pathLst>
          </a:custGeom>
          <a:solidFill>
            <a:srgbClr val="4140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FD6BB5AC-5AEC-A141-D6F6-C2CBEBC8A120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285195" y="5525512"/>
            <a:ext cx="94668" cy="403578"/>
          </a:xfrm>
          <a:custGeom>
            <a:avLst/>
            <a:gdLst>
              <a:gd name="T0" fmla="*/ 0 w 8"/>
              <a:gd name="T1" fmla="*/ 30 h 34"/>
              <a:gd name="T2" fmla="*/ 4 w 8"/>
              <a:gd name="T3" fmla="*/ 26 h 34"/>
              <a:gd name="T4" fmla="*/ 4 w 8"/>
              <a:gd name="T5" fmla="*/ 26 h 34"/>
              <a:gd name="T6" fmla="*/ 8 w 8"/>
              <a:gd name="T7" fmla="*/ 30 h 34"/>
              <a:gd name="T8" fmla="*/ 8 w 8"/>
              <a:gd name="T9" fmla="*/ 30 h 34"/>
              <a:gd name="T10" fmla="*/ 4 w 8"/>
              <a:gd name="T11" fmla="*/ 34 h 34"/>
              <a:gd name="T12" fmla="*/ 4 w 8"/>
              <a:gd name="T13" fmla="*/ 34 h 34"/>
              <a:gd name="T14" fmla="*/ 0 w 8"/>
              <a:gd name="T15" fmla="*/ 30 h 34"/>
              <a:gd name="T16" fmla="*/ 0 w 8"/>
              <a:gd name="T17" fmla="*/ 4 h 34"/>
              <a:gd name="T18" fmla="*/ 4 w 8"/>
              <a:gd name="T19" fmla="*/ 0 h 34"/>
              <a:gd name="T20" fmla="*/ 4 w 8"/>
              <a:gd name="T21" fmla="*/ 0 h 34"/>
              <a:gd name="T22" fmla="*/ 8 w 8"/>
              <a:gd name="T23" fmla="*/ 4 h 34"/>
              <a:gd name="T24" fmla="*/ 8 w 8"/>
              <a:gd name="T25" fmla="*/ 4 h 34"/>
              <a:gd name="T26" fmla="*/ 4 w 8"/>
              <a:gd name="T27" fmla="*/ 8 h 34"/>
              <a:gd name="T28" fmla="*/ 4 w 8"/>
              <a:gd name="T29" fmla="*/ 8 h 34"/>
              <a:gd name="T30" fmla="*/ 0 w 8"/>
              <a:gd name="T31" fmla="*/ 4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8" h="34">
                <a:moveTo>
                  <a:pt x="0" y="30"/>
                </a:moveTo>
                <a:cubicBezTo>
                  <a:pt x="0" y="28"/>
                  <a:pt x="2" y="26"/>
                  <a:pt x="4" y="26"/>
                </a:cubicBezTo>
                <a:cubicBezTo>
                  <a:pt x="4" y="26"/>
                  <a:pt x="4" y="26"/>
                  <a:pt x="4" y="26"/>
                </a:cubicBezTo>
                <a:cubicBezTo>
                  <a:pt x="7" y="26"/>
                  <a:pt x="8" y="28"/>
                  <a:pt x="8" y="30"/>
                </a:cubicBezTo>
                <a:cubicBezTo>
                  <a:pt x="8" y="30"/>
                  <a:pt x="8" y="30"/>
                  <a:pt x="8" y="30"/>
                </a:cubicBezTo>
                <a:cubicBezTo>
                  <a:pt x="8" y="32"/>
                  <a:pt x="7" y="34"/>
                  <a:pt x="4" y="34"/>
                </a:cubicBezTo>
                <a:cubicBezTo>
                  <a:pt x="4" y="34"/>
                  <a:pt x="4" y="34"/>
                  <a:pt x="4" y="34"/>
                </a:cubicBezTo>
                <a:cubicBezTo>
                  <a:pt x="2" y="34"/>
                  <a:pt x="0" y="32"/>
                  <a:pt x="0" y="30"/>
                </a:cubicBezTo>
                <a:close/>
                <a:moveTo>
                  <a:pt x="0" y="4"/>
                </a:moveTo>
                <a:cubicBezTo>
                  <a:pt x="0" y="1"/>
                  <a:pt x="2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7" y="0"/>
                  <a:pt x="8" y="1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7" y="8"/>
                  <a:pt x="4" y="8"/>
                </a:cubicBezTo>
                <a:cubicBezTo>
                  <a:pt x="4" y="8"/>
                  <a:pt x="4" y="8"/>
                  <a:pt x="4" y="8"/>
                </a:cubicBezTo>
                <a:cubicBezTo>
                  <a:pt x="2" y="8"/>
                  <a:pt x="0" y="6"/>
                  <a:pt x="0" y="4"/>
                </a:cubicBezTo>
                <a:close/>
              </a:path>
            </a:pathLst>
          </a:custGeom>
          <a:solidFill>
            <a:srgbClr val="4140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02238F04-4F9D-99D3-092A-04D9F276E4CD}"/>
              </a:ext>
            </a:extLst>
          </p:cNvPr>
          <p:cNvSpPr>
            <a:spLocks/>
          </p:cNvSpPr>
          <p:nvPr userDrawn="1"/>
        </p:nvSpPr>
        <p:spPr bwMode="auto">
          <a:xfrm>
            <a:off x="11285195" y="6133368"/>
            <a:ext cx="94668" cy="104633"/>
          </a:xfrm>
          <a:custGeom>
            <a:avLst/>
            <a:gdLst>
              <a:gd name="T0" fmla="*/ 4 w 8"/>
              <a:gd name="T1" fmla="*/ 9 h 9"/>
              <a:gd name="T2" fmla="*/ 4 w 8"/>
              <a:gd name="T3" fmla="*/ 9 h 9"/>
              <a:gd name="T4" fmla="*/ 3 w 8"/>
              <a:gd name="T5" fmla="*/ 8 h 9"/>
              <a:gd name="T6" fmla="*/ 2 w 8"/>
              <a:gd name="T7" fmla="*/ 8 h 9"/>
              <a:gd name="T8" fmla="*/ 2 w 8"/>
              <a:gd name="T9" fmla="*/ 8 h 9"/>
              <a:gd name="T10" fmla="*/ 1 w 8"/>
              <a:gd name="T11" fmla="*/ 7 h 9"/>
              <a:gd name="T12" fmla="*/ 1 w 8"/>
              <a:gd name="T13" fmla="*/ 6 h 9"/>
              <a:gd name="T14" fmla="*/ 0 w 8"/>
              <a:gd name="T15" fmla="*/ 6 h 9"/>
              <a:gd name="T16" fmla="*/ 0 w 8"/>
              <a:gd name="T17" fmla="*/ 5 h 9"/>
              <a:gd name="T18" fmla="*/ 0 w 8"/>
              <a:gd name="T19" fmla="*/ 4 h 9"/>
              <a:gd name="T20" fmla="*/ 1 w 8"/>
              <a:gd name="T21" fmla="*/ 3 h 9"/>
              <a:gd name="T22" fmla="*/ 1 w 8"/>
              <a:gd name="T23" fmla="*/ 3 h 9"/>
              <a:gd name="T24" fmla="*/ 2 w 8"/>
              <a:gd name="T25" fmla="*/ 2 h 9"/>
              <a:gd name="T26" fmla="*/ 6 w 8"/>
              <a:gd name="T27" fmla="*/ 1 h 9"/>
              <a:gd name="T28" fmla="*/ 7 w 8"/>
              <a:gd name="T29" fmla="*/ 2 h 9"/>
              <a:gd name="T30" fmla="*/ 8 w 8"/>
              <a:gd name="T31" fmla="*/ 5 h 9"/>
              <a:gd name="T32" fmla="*/ 7 w 8"/>
              <a:gd name="T33" fmla="*/ 8 h 9"/>
              <a:gd name="T34" fmla="*/ 6 w 8"/>
              <a:gd name="T35" fmla="*/ 8 h 9"/>
              <a:gd name="T36" fmla="*/ 4 w 8"/>
              <a:gd name="T37" fmla="*/ 9 h 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8" h="9">
                <a:moveTo>
                  <a:pt x="4" y="9"/>
                </a:moveTo>
                <a:cubicBezTo>
                  <a:pt x="4" y="9"/>
                  <a:pt x="4" y="9"/>
                  <a:pt x="4" y="9"/>
                </a:cubicBezTo>
                <a:cubicBezTo>
                  <a:pt x="3" y="9"/>
                  <a:pt x="3" y="9"/>
                  <a:pt x="3" y="8"/>
                </a:cubicBezTo>
                <a:cubicBezTo>
                  <a:pt x="3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cubicBezTo>
                  <a:pt x="1" y="7"/>
                  <a:pt x="1" y="7"/>
                  <a:pt x="1" y="7"/>
                </a:cubicBezTo>
                <a:cubicBezTo>
                  <a:pt x="1" y="7"/>
                  <a:pt x="1" y="7"/>
                  <a:pt x="1" y="6"/>
                </a:cubicBezTo>
                <a:cubicBezTo>
                  <a:pt x="1" y="6"/>
                  <a:pt x="0" y="6"/>
                  <a:pt x="0" y="6"/>
                </a:cubicBezTo>
                <a:cubicBezTo>
                  <a:pt x="0" y="5"/>
                  <a:pt x="0" y="5"/>
                  <a:pt x="0" y="5"/>
                </a:cubicBezTo>
                <a:cubicBezTo>
                  <a:pt x="0" y="4"/>
                  <a:pt x="0" y="4"/>
                  <a:pt x="0" y="4"/>
                </a:cubicBezTo>
                <a:cubicBezTo>
                  <a:pt x="0" y="4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2"/>
                  <a:pt x="1" y="2"/>
                  <a:pt x="2" y="2"/>
                </a:cubicBezTo>
                <a:cubicBezTo>
                  <a:pt x="3" y="1"/>
                  <a:pt x="4" y="0"/>
                  <a:pt x="6" y="1"/>
                </a:cubicBezTo>
                <a:cubicBezTo>
                  <a:pt x="6" y="1"/>
                  <a:pt x="7" y="2"/>
                  <a:pt x="7" y="2"/>
                </a:cubicBezTo>
                <a:cubicBezTo>
                  <a:pt x="8" y="3"/>
                  <a:pt x="8" y="4"/>
                  <a:pt x="8" y="5"/>
                </a:cubicBezTo>
                <a:cubicBezTo>
                  <a:pt x="8" y="6"/>
                  <a:pt x="8" y="7"/>
                  <a:pt x="7" y="8"/>
                </a:cubicBezTo>
                <a:cubicBezTo>
                  <a:pt x="7" y="8"/>
                  <a:pt x="6" y="8"/>
                  <a:pt x="6" y="8"/>
                </a:cubicBezTo>
                <a:cubicBezTo>
                  <a:pt x="5" y="9"/>
                  <a:pt x="5" y="9"/>
                  <a:pt x="4" y="9"/>
                </a:cubicBezTo>
                <a:close/>
              </a:path>
            </a:pathLst>
          </a:custGeom>
          <a:solidFill>
            <a:srgbClr val="4140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959F89C6-EFF2-566E-D0E2-6C106F357377}"/>
              </a:ext>
            </a:extLst>
          </p:cNvPr>
          <p:cNvSpPr>
            <a:spLocks/>
          </p:cNvSpPr>
          <p:nvPr userDrawn="1"/>
        </p:nvSpPr>
        <p:spPr bwMode="auto">
          <a:xfrm>
            <a:off x="10776988" y="4279905"/>
            <a:ext cx="94668" cy="109613"/>
          </a:xfrm>
          <a:custGeom>
            <a:avLst/>
            <a:gdLst>
              <a:gd name="T0" fmla="*/ 4 w 8"/>
              <a:gd name="T1" fmla="*/ 9 h 9"/>
              <a:gd name="T2" fmla="*/ 2 w 8"/>
              <a:gd name="T3" fmla="*/ 7 h 9"/>
              <a:gd name="T4" fmla="*/ 1 w 8"/>
              <a:gd name="T5" fmla="*/ 7 h 9"/>
              <a:gd name="T6" fmla="*/ 1 w 8"/>
              <a:gd name="T7" fmla="*/ 6 h 9"/>
              <a:gd name="T8" fmla="*/ 1 w 8"/>
              <a:gd name="T9" fmla="*/ 5 h 9"/>
              <a:gd name="T10" fmla="*/ 0 w 8"/>
              <a:gd name="T11" fmla="*/ 5 h 9"/>
              <a:gd name="T12" fmla="*/ 1 w 8"/>
              <a:gd name="T13" fmla="*/ 3 h 9"/>
              <a:gd name="T14" fmla="*/ 2 w 8"/>
              <a:gd name="T15" fmla="*/ 2 h 9"/>
              <a:gd name="T16" fmla="*/ 7 w 8"/>
              <a:gd name="T17" fmla="*/ 2 h 9"/>
              <a:gd name="T18" fmla="*/ 8 w 8"/>
              <a:gd name="T19" fmla="*/ 3 h 9"/>
              <a:gd name="T20" fmla="*/ 8 w 8"/>
              <a:gd name="T21" fmla="*/ 5 h 9"/>
              <a:gd name="T22" fmla="*/ 8 w 8"/>
              <a:gd name="T23" fmla="*/ 5 h 9"/>
              <a:gd name="T24" fmla="*/ 8 w 8"/>
              <a:gd name="T25" fmla="*/ 6 h 9"/>
              <a:gd name="T26" fmla="*/ 8 w 8"/>
              <a:gd name="T27" fmla="*/ 7 h 9"/>
              <a:gd name="T28" fmla="*/ 7 w 8"/>
              <a:gd name="T29" fmla="*/ 7 h 9"/>
              <a:gd name="T30" fmla="*/ 4 w 8"/>
              <a:gd name="T31" fmla="*/ 9 h 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8" h="9">
                <a:moveTo>
                  <a:pt x="4" y="9"/>
                </a:moveTo>
                <a:cubicBezTo>
                  <a:pt x="3" y="9"/>
                  <a:pt x="2" y="8"/>
                  <a:pt x="2" y="7"/>
                </a:cubicBezTo>
                <a:cubicBezTo>
                  <a:pt x="1" y="7"/>
                  <a:pt x="1" y="7"/>
                  <a:pt x="1" y="7"/>
                </a:cubicBezTo>
                <a:cubicBezTo>
                  <a:pt x="1" y="7"/>
                  <a:pt x="1" y="6"/>
                  <a:pt x="1" y="6"/>
                </a:cubicBezTo>
                <a:cubicBezTo>
                  <a:pt x="1" y="6"/>
                  <a:pt x="1" y="6"/>
                  <a:pt x="1" y="5"/>
                </a:cubicBezTo>
                <a:cubicBezTo>
                  <a:pt x="0" y="5"/>
                  <a:pt x="0" y="5"/>
                  <a:pt x="0" y="5"/>
                </a:cubicBezTo>
                <a:cubicBezTo>
                  <a:pt x="0" y="4"/>
                  <a:pt x="1" y="4"/>
                  <a:pt x="1" y="3"/>
                </a:cubicBezTo>
                <a:cubicBezTo>
                  <a:pt x="1" y="3"/>
                  <a:pt x="1" y="2"/>
                  <a:pt x="2" y="2"/>
                </a:cubicBezTo>
                <a:cubicBezTo>
                  <a:pt x="3" y="0"/>
                  <a:pt x="6" y="0"/>
                  <a:pt x="7" y="2"/>
                </a:cubicBezTo>
                <a:cubicBezTo>
                  <a:pt x="8" y="2"/>
                  <a:pt x="8" y="3"/>
                  <a:pt x="8" y="3"/>
                </a:cubicBezTo>
                <a:cubicBezTo>
                  <a:pt x="8" y="4"/>
                  <a:pt x="8" y="4"/>
                  <a:pt x="8" y="5"/>
                </a:cubicBezTo>
                <a:cubicBezTo>
                  <a:pt x="8" y="5"/>
                  <a:pt x="8" y="5"/>
                  <a:pt x="8" y="5"/>
                </a:cubicBezTo>
                <a:cubicBezTo>
                  <a:pt x="8" y="6"/>
                  <a:pt x="8" y="6"/>
                  <a:pt x="8" y="6"/>
                </a:cubicBezTo>
                <a:cubicBezTo>
                  <a:pt x="8" y="6"/>
                  <a:pt x="8" y="7"/>
                  <a:pt x="8" y="7"/>
                </a:cubicBezTo>
                <a:cubicBezTo>
                  <a:pt x="8" y="7"/>
                  <a:pt x="7" y="7"/>
                  <a:pt x="7" y="7"/>
                </a:cubicBezTo>
                <a:cubicBezTo>
                  <a:pt x="7" y="8"/>
                  <a:pt x="6" y="9"/>
                  <a:pt x="4" y="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14">
            <a:extLst>
              <a:ext uri="{FF2B5EF4-FFF2-40B4-BE49-F238E27FC236}">
                <a16:creationId xmlns:a16="http://schemas.microsoft.com/office/drawing/2014/main" id="{7E9ECDAC-4D5C-BBA5-2356-9785D815856A}"/>
              </a:ext>
            </a:extLst>
          </p:cNvPr>
          <p:cNvSpPr>
            <a:spLocks/>
          </p:cNvSpPr>
          <p:nvPr userDrawn="1"/>
        </p:nvSpPr>
        <p:spPr bwMode="auto">
          <a:xfrm>
            <a:off x="10776988" y="5216601"/>
            <a:ext cx="94668" cy="94668"/>
          </a:xfrm>
          <a:custGeom>
            <a:avLst/>
            <a:gdLst>
              <a:gd name="T0" fmla="*/ 0 w 8"/>
              <a:gd name="T1" fmla="*/ 4 h 8"/>
              <a:gd name="T2" fmla="*/ 4 w 8"/>
              <a:gd name="T3" fmla="*/ 0 h 8"/>
              <a:gd name="T4" fmla="*/ 4 w 8"/>
              <a:gd name="T5" fmla="*/ 0 h 8"/>
              <a:gd name="T6" fmla="*/ 8 w 8"/>
              <a:gd name="T7" fmla="*/ 4 h 8"/>
              <a:gd name="T8" fmla="*/ 8 w 8"/>
              <a:gd name="T9" fmla="*/ 4 h 8"/>
              <a:gd name="T10" fmla="*/ 4 w 8"/>
              <a:gd name="T11" fmla="*/ 8 h 8"/>
              <a:gd name="T12" fmla="*/ 4 w 8"/>
              <a:gd name="T13" fmla="*/ 8 h 8"/>
              <a:gd name="T14" fmla="*/ 0 w 8"/>
              <a:gd name="T15" fmla="*/ 4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0" y="4"/>
                </a:moveTo>
                <a:cubicBezTo>
                  <a:pt x="0" y="1"/>
                  <a:pt x="2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7" y="0"/>
                  <a:pt x="8" y="1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7" y="8"/>
                  <a:pt x="4" y="8"/>
                </a:cubicBezTo>
                <a:cubicBezTo>
                  <a:pt x="4" y="8"/>
                  <a:pt x="4" y="8"/>
                  <a:pt x="4" y="8"/>
                </a:cubicBezTo>
                <a:cubicBezTo>
                  <a:pt x="2" y="8"/>
                  <a:pt x="0" y="6"/>
                  <a:pt x="0" y="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Freeform 15">
            <a:extLst>
              <a:ext uri="{FF2B5EF4-FFF2-40B4-BE49-F238E27FC236}">
                <a16:creationId xmlns:a16="http://schemas.microsoft.com/office/drawing/2014/main" id="{5D53D043-330B-9C06-C4C1-96AF5EFA4E80}"/>
              </a:ext>
            </a:extLst>
          </p:cNvPr>
          <p:cNvSpPr>
            <a:spLocks/>
          </p:cNvSpPr>
          <p:nvPr userDrawn="1"/>
        </p:nvSpPr>
        <p:spPr bwMode="auto">
          <a:xfrm>
            <a:off x="10776988" y="4907691"/>
            <a:ext cx="94668" cy="94668"/>
          </a:xfrm>
          <a:custGeom>
            <a:avLst/>
            <a:gdLst>
              <a:gd name="T0" fmla="*/ 0 w 8"/>
              <a:gd name="T1" fmla="*/ 4 h 8"/>
              <a:gd name="T2" fmla="*/ 4 w 8"/>
              <a:gd name="T3" fmla="*/ 0 h 8"/>
              <a:gd name="T4" fmla="*/ 4 w 8"/>
              <a:gd name="T5" fmla="*/ 0 h 8"/>
              <a:gd name="T6" fmla="*/ 8 w 8"/>
              <a:gd name="T7" fmla="*/ 4 h 8"/>
              <a:gd name="T8" fmla="*/ 8 w 8"/>
              <a:gd name="T9" fmla="*/ 4 h 8"/>
              <a:gd name="T10" fmla="*/ 4 w 8"/>
              <a:gd name="T11" fmla="*/ 8 h 8"/>
              <a:gd name="T12" fmla="*/ 4 w 8"/>
              <a:gd name="T13" fmla="*/ 8 h 8"/>
              <a:gd name="T14" fmla="*/ 0 w 8"/>
              <a:gd name="T15" fmla="*/ 4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0" y="4"/>
                </a:moveTo>
                <a:cubicBezTo>
                  <a:pt x="0" y="1"/>
                  <a:pt x="2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7" y="0"/>
                  <a:pt x="8" y="1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7" y="8"/>
                  <a:pt x="4" y="8"/>
                </a:cubicBezTo>
                <a:cubicBezTo>
                  <a:pt x="4" y="8"/>
                  <a:pt x="4" y="8"/>
                  <a:pt x="4" y="8"/>
                </a:cubicBezTo>
                <a:cubicBezTo>
                  <a:pt x="2" y="8"/>
                  <a:pt x="0" y="6"/>
                  <a:pt x="0" y="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Freeform 16">
            <a:extLst>
              <a:ext uri="{FF2B5EF4-FFF2-40B4-BE49-F238E27FC236}">
                <a16:creationId xmlns:a16="http://schemas.microsoft.com/office/drawing/2014/main" id="{71567966-FC9D-071D-8C53-3163556800EB}"/>
              </a:ext>
            </a:extLst>
          </p:cNvPr>
          <p:cNvSpPr>
            <a:spLocks/>
          </p:cNvSpPr>
          <p:nvPr userDrawn="1"/>
        </p:nvSpPr>
        <p:spPr bwMode="auto">
          <a:xfrm>
            <a:off x="10776988" y="4603761"/>
            <a:ext cx="94668" cy="94668"/>
          </a:xfrm>
          <a:custGeom>
            <a:avLst/>
            <a:gdLst>
              <a:gd name="T0" fmla="*/ 0 w 8"/>
              <a:gd name="T1" fmla="*/ 4 h 8"/>
              <a:gd name="T2" fmla="*/ 4 w 8"/>
              <a:gd name="T3" fmla="*/ 0 h 8"/>
              <a:gd name="T4" fmla="*/ 4 w 8"/>
              <a:gd name="T5" fmla="*/ 0 h 8"/>
              <a:gd name="T6" fmla="*/ 8 w 8"/>
              <a:gd name="T7" fmla="*/ 4 h 8"/>
              <a:gd name="T8" fmla="*/ 8 w 8"/>
              <a:gd name="T9" fmla="*/ 4 h 8"/>
              <a:gd name="T10" fmla="*/ 4 w 8"/>
              <a:gd name="T11" fmla="*/ 8 h 8"/>
              <a:gd name="T12" fmla="*/ 4 w 8"/>
              <a:gd name="T13" fmla="*/ 8 h 8"/>
              <a:gd name="T14" fmla="*/ 0 w 8"/>
              <a:gd name="T15" fmla="*/ 4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0" y="4"/>
                </a:moveTo>
                <a:cubicBezTo>
                  <a:pt x="0" y="1"/>
                  <a:pt x="2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7" y="0"/>
                  <a:pt x="8" y="1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7" y="8"/>
                  <a:pt x="4" y="8"/>
                </a:cubicBezTo>
                <a:cubicBezTo>
                  <a:pt x="4" y="8"/>
                  <a:pt x="4" y="8"/>
                  <a:pt x="4" y="8"/>
                </a:cubicBezTo>
                <a:cubicBezTo>
                  <a:pt x="2" y="8"/>
                  <a:pt x="0" y="6"/>
                  <a:pt x="0" y="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Freeform 17">
            <a:extLst>
              <a:ext uri="{FF2B5EF4-FFF2-40B4-BE49-F238E27FC236}">
                <a16:creationId xmlns:a16="http://schemas.microsoft.com/office/drawing/2014/main" id="{8BE386DC-C6DD-57BB-18D9-938DA79279BE}"/>
              </a:ext>
            </a:extLst>
          </p:cNvPr>
          <p:cNvSpPr>
            <a:spLocks/>
          </p:cNvSpPr>
          <p:nvPr userDrawn="1"/>
        </p:nvSpPr>
        <p:spPr bwMode="auto">
          <a:xfrm>
            <a:off x="11036074" y="4279905"/>
            <a:ext cx="94668" cy="109613"/>
          </a:xfrm>
          <a:custGeom>
            <a:avLst/>
            <a:gdLst>
              <a:gd name="T0" fmla="*/ 4 w 8"/>
              <a:gd name="T1" fmla="*/ 9 h 9"/>
              <a:gd name="T2" fmla="*/ 1 w 8"/>
              <a:gd name="T3" fmla="*/ 7 h 9"/>
              <a:gd name="T4" fmla="*/ 0 w 8"/>
              <a:gd name="T5" fmla="*/ 6 h 9"/>
              <a:gd name="T6" fmla="*/ 0 w 8"/>
              <a:gd name="T7" fmla="*/ 5 h 9"/>
              <a:gd name="T8" fmla="*/ 0 w 8"/>
              <a:gd name="T9" fmla="*/ 4 h 9"/>
              <a:gd name="T10" fmla="*/ 0 w 8"/>
              <a:gd name="T11" fmla="*/ 3 h 9"/>
              <a:gd name="T12" fmla="*/ 1 w 8"/>
              <a:gd name="T13" fmla="*/ 2 h 9"/>
              <a:gd name="T14" fmla="*/ 1 w 8"/>
              <a:gd name="T15" fmla="*/ 2 h 9"/>
              <a:gd name="T16" fmla="*/ 5 w 8"/>
              <a:gd name="T17" fmla="*/ 1 h 9"/>
              <a:gd name="T18" fmla="*/ 7 w 8"/>
              <a:gd name="T19" fmla="*/ 2 h 9"/>
              <a:gd name="T20" fmla="*/ 7 w 8"/>
              <a:gd name="T21" fmla="*/ 2 h 9"/>
              <a:gd name="T22" fmla="*/ 8 w 8"/>
              <a:gd name="T23" fmla="*/ 3 h 9"/>
              <a:gd name="T24" fmla="*/ 8 w 8"/>
              <a:gd name="T25" fmla="*/ 4 h 9"/>
              <a:gd name="T26" fmla="*/ 8 w 8"/>
              <a:gd name="T27" fmla="*/ 5 h 9"/>
              <a:gd name="T28" fmla="*/ 8 w 8"/>
              <a:gd name="T29" fmla="*/ 6 h 9"/>
              <a:gd name="T30" fmla="*/ 7 w 8"/>
              <a:gd name="T31" fmla="*/ 7 h 9"/>
              <a:gd name="T32" fmla="*/ 4 w 8"/>
              <a:gd name="T33" fmla="*/ 9 h 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8" h="9">
                <a:moveTo>
                  <a:pt x="4" y="9"/>
                </a:moveTo>
                <a:cubicBezTo>
                  <a:pt x="3" y="9"/>
                  <a:pt x="2" y="8"/>
                  <a:pt x="1" y="7"/>
                </a:cubicBezTo>
                <a:cubicBezTo>
                  <a:pt x="1" y="7"/>
                  <a:pt x="0" y="7"/>
                  <a:pt x="0" y="6"/>
                </a:cubicBezTo>
                <a:cubicBezTo>
                  <a:pt x="0" y="6"/>
                  <a:pt x="0" y="5"/>
                  <a:pt x="0" y="5"/>
                </a:cubicBezTo>
                <a:cubicBezTo>
                  <a:pt x="0" y="4"/>
                  <a:pt x="0" y="4"/>
                  <a:pt x="0" y="4"/>
                </a:cubicBezTo>
                <a:cubicBezTo>
                  <a:pt x="0" y="4"/>
                  <a:pt x="0" y="3"/>
                  <a:pt x="0" y="3"/>
                </a:cubicBezTo>
                <a:cubicBezTo>
                  <a:pt x="0" y="3"/>
                  <a:pt x="0" y="3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2" y="1"/>
                  <a:pt x="4" y="0"/>
                  <a:pt x="5" y="1"/>
                </a:cubicBezTo>
                <a:cubicBezTo>
                  <a:pt x="6" y="1"/>
                  <a:pt x="6" y="1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7" y="3"/>
                  <a:pt x="8" y="3"/>
                  <a:pt x="8" y="3"/>
                </a:cubicBezTo>
                <a:cubicBezTo>
                  <a:pt x="8" y="3"/>
                  <a:pt x="8" y="4"/>
                  <a:pt x="8" y="4"/>
                </a:cubicBezTo>
                <a:cubicBezTo>
                  <a:pt x="8" y="4"/>
                  <a:pt x="8" y="4"/>
                  <a:pt x="8" y="5"/>
                </a:cubicBezTo>
                <a:cubicBezTo>
                  <a:pt x="8" y="5"/>
                  <a:pt x="8" y="6"/>
                  <a:pt x="8" y="6"/>
                </a:cubicBezTo>
                <a:cubicBezTo>
                  <a:pt x="7" y="7"/>
                  <a:pt x="7" y="7"/>
                  <a:pt x="7" y="7"/>
                </a:cubicBezTo>
                <a:cubicBezTo>
                  <a:pt x="6" y="8"/>
                  <a:pt x="5" y="9"/>
                  <a:pt x="4" y="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8">
            <a:extLst>
              <a:ext uri="{FF2B5EF4-FFF2-40B4-BE49-F238E27FC236}">
                <a16:creationId xmlns:a16="http://schemas.microsoft.com/office/drawing/2014/main" id="{75FE59C4-C014-CA24-5748-6349A9F86782}"/>
              </a:ext>
            </a:extLst>
          </p:cNvPr>
          <p:cNvSpPr>
            <a:spLocks/>
          </p:cNvSpPr>
          <p:nvPr userDrawn="1"/>
        </p:nvSpPr>
        <p:spPr bwMode="auto">
          <a:xfrm>
            <a:off x="11036074" y="5216601"/>
            <a:ext cx="94668" cy="94668"/>
          </a:xfrm>
          <a:custGeom>
            <a:avLst/>
            <a:gdLst>
              <a:gd name="T0" fmla="*/ 0 w 8"/>
              <a:gd name="T1" fmla="*/ 4 h 8"/>
              <a:gd name="T2" fmla="*/ 4 w 8"/>
              <a:gd name="T3" fmla="*/ 0 h 8"/>
              <a:gd name="T4" fmla="*/ 4 w 8"/>
              <a:gd name="T5" fmla="*/ 0 h 8"/>
              <a:gd name="T6" fmla="*/ 8 w 8"/>
              <a:gd name="T7" fmla="*/ 4 h 8"/>
              <a:gd name="T8" fmla="*/ 8 w 8"/>
              <a:gd name="T9" fmla="*/ 4 h 8"/>
              <a:gd name="T10" fmla="*/ 4 w 8"/>
              <a:gd name="T11" fmla="*/ 8 h 8"/>
              <a:gd name="T12" fmla="*/ 4 w 8"/>
              <a:gd name="T13" fmla="*/ 8 h 8"/>
              <a:gd name="T14" fmla="*/ 0 w 8"/>
              <a:gd name="T15" fmla="*/ 4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0" y="4"/>
                </a:moveTo>
                <a:cubicBezTo>
                  <a:pt x="0" y="1"/>
                  <a:pt x="2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1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6" y="8"/>
                  <a:pt x="4" y="8"/>
                </a:cubicBezTo>
                <a:cubicBezTo>
                  <a:pt x="4" y="8"/>
                  <a:pt x="4" y="8"/>
                  <a:pt x="4" y="8"/>
                </a:cubicBezTo>
                <a:cubicBezTo>
                  <a:pt x="2" y="8"/>
                  <a:pt x="0" y="6"/>
                  <a:pt x="0" y="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Freeform 19">
            <a:extLst>
              <a:ext uri="{FF2B5EF4-FFF2-40B4-BE49-F238E27FC236}">
                <a16:creationId xmlns:a16="http://schemas.microsoft.com/office/drawing/2014/main" id="{7769D518-1A5D-5769-14E0-4F76DD5969E4}"/>
              </a:ext>
            </a:extLst>
          </p:cNvPr>
          <p:cNvSpPr>
            <a:spLocks/>
          </p:cNvSpPr>
          <p:nvPr userDrawn="1"/>
        </p:nvSpPr>
        <p:spPr bwMode="auto">
          <a:xfrm>
            <a:off x="11036074" y="4907691"/>
            <a:ext cx="94668" cy="94668"/>
          </a:xfrm>
          <a:custGeom>
            <a:avLst/>
            <a:gdLst>
              <a:gd name="T0" fmla="*/ 0 w 8"/>
              <a:gd name="T1" fmla="*/ 4 h 8"/>
              <a:gd name="T2" fmla="*/ 4 w 8"/>
              <a:gd name="T3" fmla="*/ 0 h 8"/>
              <a:gd name="T4" fmla="*/ 4 w 8"/>
              <a:gd name="T5" fmla="*/ 0 h 8"/>
              <a:gd name="T6" fmla="*/ 8 w 8"/>
              <a:gd name="T7" fmla="*/ 4 h 8"/>
              <a:gd name="T8" fmla="*/ 8 w 8"/>
              <a:gd name="T9" fmla="*/ 4 h 8"/>
              <a:gd name="T10" fmla="*/ 4 w 8"/>
              <a:gd name="T11" fmla="*/ 8 h 8"/>
              <a:gd name="T12" fmla="*/ 4 w 8"/>
              <a:gd name="T13" fmla="*/ 8 h 8"/>
              <a:gd name="T14" fmla="*/ 0 w 8"/>
              <a:gd name="T15" fmla="*/ 4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0" y="4"/>
                </a:moveTo>
                <a:cubicBezTo>
                  <a:pt x="0" y="1"/>
                  <a:pt x="2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1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6" y="8"/>
                  <a:pt x="4" y="8"/>
                </a:cubicBezTo>
                <a:cubicBezTo>
                  <a:pt x="4" y="8"/>
                  <a:pt x="4" y="8"/>
                  <a:pt x="4" y="8"/>
                </a:cubicBezTo>
                <a:cubicBezTo>
                  <a:pt x="2" y="8"/>
                  <a:pt x="0" y="6"/>
                  <a:pt x="0" y="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Freeform 20">
            <a:extLst>
              <a:ext uri="{FF2B5EF4-FFF2-40B4-BE49-F238E27FC236}">
                <a16:creationId xmlns:a16="http://schemas.microsoft.com/office/drawing/2014/main" id="{443AAD93-B2E5-DFAC-2292-501A8A3AB7A4}"/>
              </a:ext>
            </a:extLst>
          </p:cNvPr>
          <p:cNvSpPr>
            <a:spLocks/>
          </p:cNvSpPr>
          <p:nvPr userDrawn="1"/>
        </p:nvSpPr>
        <p:spPr bwMode="auto">
          <a:xfrm>
            <a:off x="11036074" y="4603761"/>
            <a:ext cx="94668" cy="94668"/>
          </a:xfrm>
          <a:custGeom>
            <a:avLst/>
            <a:gdLst>
              <a:gd name="T0" fmla="*/ 0 w 8"/>
              <a:gd name="T1" fmla="*/ 4 h 8"/>
              <a:gd name="T2" fmla="*/ 4 w 8"/>
              <a:gd name="T3" fmla="*/ 0 h 8"/>
              <a:gd name="T4" fmla="*/ 4 w 8"/>
              <a:gd name="T5" fmla="*/ 0 h 8"/>
              <a:gd name="T6" fmla="*/ 8 w 8"/>
              <a:gd name="T7" fmla="*/ 4 h 8"/>
              <a:gd name="T8" fmla="*/ 8 w 8"/>
              <a:gd name="T9" fmla="*/ 4 h 8"/>
              <a:gd name="T10" fmla="*/ 4 w 8"/>
              <a:gd name="T11" fmla="*/ 8 h 8"/>
              <a:gd name="T12" fmla="*/ 4 w 8"/>
              <a:gd name="T13" fmla="*/ 8 h 8"/>
              <a:gd name="T14" fmla="*/ 0 w 8"/>
              <a:gd name="T15" fmla="*/ 4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0" y="4"/>
                </a:moveTo>
                <a:cubicBezTo>
                  <a:pt x="0" y="1"/>
                  <a:pt x="2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1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6" y="8"/>
                  <a:pt x="4" y="8"/>
                </a:cubicBezTo>
                <a:cubicBezTo>
                  <a:pt x="4" y="8"/>
                  <a:pt x="4" y="8"/>
                  <a:pt x="4" y="8"/>
                </a:cubicBezTo>
                <a:cubicBezTo>
                  <a:pt x="2" y="8"/>
                  <a:pt x="0" y="6"/>
                  <a:pt x="0" y="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Freeform 21">
            <a:extLst>
              <a:ext uri="{FF2B5EF4-FFF2-40B4-BE49-F238E27FC236}">
                <a16:creationId xmlns:a16="http://schemas.microsoft.com/office/drawing/2014/main" id="{5455BF52-5507-E409-A322-BEB8FA5D436A}"/>
              </a:ext>
            </a:extLst>
          </p:cNvPr>
          <p:cNvSpPr>
            <a:spLocks/>
          </p:cNvSpPr>
          <p:nvPr userDrawn="1"/>
        </p:nvSpPr>
        <p:spPr bwMode="auto">
          <a:xfrm>
            <a:off x="11285195" y="4294851"/>
            <a:ext cx="94668" cy="94668"/>
          </a:xfrm>
          <a:custGeom>
            <a:avLst/>
            <a:gdLst>
              <a:gd name="T0" fmla="*/ 4 w 8"/>
              <a:gd name="T1" fmla="*/ 8 h 8"/>
              <a:gd name="T2" fmla="*/ 2 w 8"/>
              <a:gd name="T3" fmla="*/ 6 h 8"/>
              <a:gd name="T4" fmla="*/ 1 w 8"/>
              <a:gd name="T5" fmla="*/ 6 h 8"/>
              <a:gd name="T6" fmla="*/ 1 w 8"/>
              <a:gd name="T7" fmla="*/ 5 h 8"/>
              <a:gd name="T8" fmla="*/ 0 w 8"/>
              <a:gd name="T9" fmla="*/ 4 h 8"/>
              <a:gd name="T10" fmla="*/ 0 w 8"/>
              <a:gd name="T11" fmla="*/ 4 h 8"/>
              <a:gd name="T12" fmla="*/ 0 w 8"/>
              <a:gd name="T13" fmla="*/ 3 h 8"/>
              <a:gd name="T14" fmla="*/ 1 w 8"/>
              <a:gd name="T15" fmla="*/ 2 h 8"/>
              <a:gd name="T16" fmla="*/ 1 w 8"/>
              <a:gd name="T17" fmla="*/ 1 h 8"/>
              <a:gd name="T18" fmla="*/ 2 w 8"/>
              <a:gd name="T19" fmla="*/ 1 h 8"/>
              <a:gd name="T20" fmla="*/ 2 w 8"/>
              <a:gd name="T21" fmla="*/ 0 h 8"/>
              <a:gd name="T22" fmla="*/ 3 w 8"/>
              <a:gd name="T23" fmla="*/ 0 h 8"/>
              <a:gd name="T24" fmla="*/ 4 w 8"/>
              <a:gd name="T25" fmla="*/ 0 h 8"/>
              <a:gd name="T26" fmla="*/ 6 w 8"/>
              <a:gd name="T27" fmla="*/ 0 h 8"/>
              <a:gd name="T28" fmla="*/ 7 w 8"/>
              <a:gd name="T29" fmla="*/ 1 h 8"/>
              <a:gd name="T30" fmla="*/ 8 w 8"/>
              <a:gd name="T31" fmla="*/ 4 h 8"/>
              <a:gd name="T32" fmla="*/ 7 w 8"/>
              <a:gd name="T33" fmla="*/ 6 h 8"/>
              <a:gd name="T34" fmla="*/ 6 w 8"/>
              <a:gd name="T35" fmla="*/ 7 h 8"/>
              <a:gd name="T36" fmla="*/ 4 w 8"/>
              <a:gd name="T37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8" h="8">
                <a:moveTo>
                  <a:pt x="4" y="8"/>
                </a:moveTo>
                <a:cubicBezTo>
                  <a:pt x="3" y="8"/>
                  <a:pt x="2" y="7"/>
                  <a:pt x="2" y="6"/>
                </a:cubicBezTo>
                <a:cubicBezTo>
                  <a:pt x="1" y="6"/>
                  <a:pt x="1" y="6"/>
                  <a:pt x="1" y="6"/>
                </a:cubicBezTo>
                <a:cubicBezTo>
                  <a:pt x="1" y="6"/>
                  <a:pt x="1" y="5"/>
                  <a:pt x="1" y="5"/>
                </a:cubicBezTo>
                <a:cubicBezTo>
                  <a:pt x="1" y="5"/>
                  <a:pt x="0" y="5"/>
                  <a:pt x="0" y="4"/>
                </a:cubicBezTo>
                <a:cubicBezTo>
                  <a:pt x="0" y="4"/>
                  <a:pt x="0" y="4"/>
                  <a:pt x="0" y="4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1" y="2"/>
                  <a:pt x="1" y="2"/>
                </a:cubicBezTo>
                <a:cubicBezTo>
                  <a:pt x="1" y="2"/>
                  <a:pt x="1" y="2"/>
                  <a:pt x="1" y="1"/>
                </a:cubicBezTo>
                <a:cubicBezTo>
                  <a:pt x="1" y="1"/>
                  <a:pt x="1" y="1"/>
                  <a:pt x="2" y="1"/>
                </a:cubicBezTo>
                <a:cubicBezTo>
                  <a:pt x="2" y="1"/>
                  <a:pt x="2" y="0"/>
                  <a:pt x="2" y="0"/>
                </a:cubicBezTo>
                <a:cubicBezTo>
                  <a:pt x="2" y="0"/>
                  <a:pt x="3" y="0"/>
                  <a:pt x="3" y="0"/>
                </a:cubicBezTo>
                <a:cubicBezTo>
                  <a:pt x="3" y="0"/>
                  <a:pt x="3" y="0"/>
                  <a:pt x="4" y="0"/>
                </a:cubicBezTo>
                <a:cubicBezTo>
                  <a:pt x="4" y="0"/>
                  <a:pt x="5" y="0"/>
                  <a:pt x="6" y="0"/>
                </a:cubicBezTo>
                <a:cubicBezTo>
                  <a:pt x="6" y="0"/>
                  <a:pt x="7" y="0"/>
                  <a:pt x="7" y="1"/>
                </a:cubicBezTo>
                <a:cubicBezTo>
                  <a:pt x="8" y="1"/>
                  <a:pt x="8" y="3"/>
                  <a:pt x="8" y="4"/>
                </a:cubicBezTo>
                <a:cubicBezTo>
                  <a:pt x="8" y="5"/>
                  <a:pt x="8" y="6"/>
                  <a:pt x="7" y="6"/>
                </a:cubicBezTo>
                <a:cubicBezTo>
                  <a:pt x="7" y="7"/>
                  <a:pt x="6" y="7"/>
                  <a:pt x="6" y="7"/>
                </a:cubicBezTo>
                <a:cubicBezTo>
                  <a:pt x="5" y="7"/>
                  <a:pt x="5" y="8"/>
                  <a:pt x="4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Freeform 22">
            <a:extLst>
              <a:ext uri="{FF2B5EF4-FFF2-40B4-BE49-F238E27FC236}">
                <a16:creationId xmlns:a16="http://schemas.microsoft.com/office/drawing/2014/main" id="{90C37CD7-6406-43D3-06DC-2B55375011CE}"/>
              </a:ext>
            </a:extLst>
          </p:cNvPr>
          <p:cNvSpPr>
            <a:spLocks/>
          </p:cNvSpPr>
          <p:nvPr userDrawn="1"/>
        </p:nvSpPr>
        <p:spPr bwMode="auto">
          <a:xfrm>
            <a:off x="11285195" y="5216601"/>
            <a:ext cx="94668" cy="94668"/>
          </a:xfrm>
          <a:custGeom>
            <a:avLst/>
            <a:gdLst>
              <a:gd name="T0" fmla="*/ 0 w 8"/>
              <a:gd name="T1" fmla="*/ 4 h 8"/>
              <a:gd name="T2" fmla="*/ 4 w 8"/>
              <a:gd name="T3" fmla="*/ 0 h 8"/>
              <a:gd name="T4" fmla="*/ 4 w 8"/>
              <a:gd name="T5" fmla="*/ 0 h 8"/>
              <a:gd name="T6" fmla="*/ 8 w 8"/>
              <a:gd name="T7" fmla="*/ 4 h 8"/>
              <a:gd name="T8" fmla="*/ 8 w 8"/>
              <a:gd name="T9" fmla="*/ 4 h 8"/>
              <a:gd name="T10" fmla="*/ 4 w 8"/>
              <a:gd name="T11" fmla="*/ 8 h 8"/>
              <a:gd name="T12" fmla="*/ 4 w 8"/>
              <a:gd name="T13" fmla="*/ 8 h 8"/>
              <a:gd name="T14" fmla="*/ 0 w 8"/>
              <a:gd name="T15" fmla="*/ 4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0" y="4"/>
                </a:moveTo>
                <a:cubicBezTo>
                  <a:pt x="0" y="1"/>
                  <a:pt x="2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7" y="0"/>
                  <a:pt x="8" y="1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7" y="8"/>
                  <a:pt x="4" y="8"/>
                </a:cubicBezTo>
                <a:cubicBezTo>
                  <a:pt x="4" y="8"/>
                  <a:pt x="4" y="8"/>
                  <a:pt x="4" y="8"/>
                </a:cubicBezTo>
                <a:cubicBezTo>
                  <a:pt x="2" y="8"/>
                  <a:pt x="0" y="6"/>
                  <a:pt x="0" y="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Freeform 23">
            <a:extLst>
              <a:ext uri="{FF2B5EF4-FFF2-40B4-BE49-F238E27FC236}">
                <a16:creationId xmlns:a16="http://schemas.microsoft.com/office/drawing/2014/main" id="{98CB71B8-BDB0-9D68-DE86-64630E01C112}"/>
              </a:ext>
            </a:extLst>
          </p:cNvPr>
          <p:cNvSpPr>
            <a:spLocks/>
          </p:cNvSpPr>
          <p:nvPr userDrawn="1"/>
        </p:nvSpPr>
        <p:spPr bwMode="auto">
          <a:xfrm>
            <a:off x="11285195" y="4907691"/>
            <a:ext cx="94668" cy="94668"/>
          </a:xfrm>
          <a:custGeom>
            <a:avLst/>
            <a:gdLst>
              <a:gd name="T0" fmla="*/ 0 w 8"/>
              <a:gd name="T1" fmla="*/ 4 h 8"/>
              <a:gd name="T2" fmla="*/ 4 w 8"/>
              <a:gd name="T3" fmla="*/ 0 h 8"/>
              <a:gd name="T4" fmla="*/ 4 w 8"/>
              <a:gd name="T5" fmla="*/ 0 h 8"/>
              <a:gd name="T6" fmla="*/ 8 w 8"/>
              <a:gd name="T7" fmla="*/ 4 h 8"/>
              <a:gd name="T8" fmla="*/ 8 w 8"/>
              <a:gd name="T9" fmla="*/ 4 h 8"/>
              <a:gd name="T10" fmla="*/ 4 w 8"/>
              <a:gd name="T11" fmla="*/ 8 h 8"/>
              <a:gd name="T12" fmla="*/ 4 w 8"/>
              <a:gd name="T13" fmla="*/ 8 h 8"/>
              <a:gd name="T14" fmla="*/ 0 w 8"/>
              <a:gd name="T15" fmla="*/ 4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0" y="4"/>
                </a:moveTo>
                <a:cubicBezTo>
                  <a:pt x="0" y="1"/>
                  <a:pt x="2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7" y="0"/>
                  <a:pt x="8" y="1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7" y="8"/>
                  <a:pt x="4" y="8"/>
                </a:cubicBezTo>
                <a:cubicBezTo>
                  <a:pt x="4" y="8"/>
                  <a:pt x="4" y="8"/>
                  <a:pt x="4" y="8"/>
                </a:cubicBezTo>
                <a:cubicBezTo>
                  <a:pt x="2" y="8"/>
                  <a:pt x="0" y="6"/>
                  <a:pt x="0" y="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Freeform 24">
            <a:extLst>
              <a:ext uri="{FF2B5EF4-FFF2-40B4-BE49-F238E27FC236}">
                <a16:creationId xmlns:a16="http://schemas.microsoft.com/office/drawing/2014/main" id="{21B3115B-5797-DBE6-7BA6-9C5D34D1BB21}"/>
              </a:ext>
            </a:extLst>
          </p:cNvPr>
          <p:cNvSpPr>
            <a:spLocks/>
          </p:cNvSpPr>
          <p:nvPr userDrawn="1"/>
        </p:nvSpPr>
        <p:spPr bwMode="auto">
          <a:xfrm>
            <a:off x="11285195" y="4603761"/>
            <a:ext cx="94668" cy="94668"/>
          </a:xfrm>
          <a:custGeom>
            <a:avLst/>
            <a:gdLst>
              <a:gd name="T0" fmla="*/ 0 w 8"/>
              <a:gd name="T1" fmla="*/ 4 h 8"/>
              <a:gd name="T2" fmla="*/ 4 w 8"/>
              <a:gd name="T3" fmla="*/ 0 h 8"/>
              <a:gd name="T4" fmla="*/ 4 w 8"/>
              <a:gd name="T5" fmla="*/ 0 h 8"/>
              <a:gd name="T6" fmla="*/ 8 w 8"/>
              <a:gd name="T7" fmla="*/ 4 h 8"/>
              <a:gd name="T8" fmla="*/ 8 w 8"/>
              <a:gd name="T9" fmla="*/ 4 h 8"/>
              <a:gd name="T10" fmla="*/ 4 w 8"/>
              <a:gd name="T11" fmla="*/ 8 h 8"/>
              <a:gd name="T12" fmla="*/ 4 w 8"/>
              <a:gd name="T13" fmla="*/ 8 h 8"/>
              <a:gd name="T14" fmla="*/ 0 w 8"/>
              <a:gd name="T15" fmla="*/ 4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0" y="4"/>
                </a:moveTo>
                <a:cubicBezTo>
                  <a:pt x="0" y="1"/>
                  <a:pt x="2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7" y="0"/>
                  <a:pt x="8" y="1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7" y="8"/>
                  <a:pt x="4" y="8"/>
                </a:cubicBezTo>
                <a:cubicBezTo>
                  <a:pt x="4" y="8"/>
                  <a:pt x="4" y="8"/>
                  <a:pt x="4" y="8"/>
                </a:cubicBezTo>
                <a:cubicBezTo>
                  <a:pt x="2" y="8"/>
                  <a:pt x="0" y="6"/>
                  <a:pt x="0" y="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7B9765B6-8773-6392-ACF3-B6272D1B799D}"/>
              </a:ext>
            </a:extLst>
          </p:cNvPr>
          <p:cNvGrpSpPr/>
          <p:nvPr userDrawn="1"/>
        </p:nvGrpSpPr>
        <p:grpSpPr>
          <a:xfrm>
            <a:off x="627786" y="1009703"/>
            <a:ext cx="1938166" cy="343789"/>
            <a:chOff x="627786" y="1009703"/>
            <a:chExt cx="1938166" cy="343789"/>
          </a:xfrm>
        </p:grpSpPr>
        <p:sp>
          <p:nvSpPr>
            <p:cNvPr id="30" name="Freeform 25">
              <a:extLst>
                <a:ext uri="{FF2B5EF4-FFF2-40B4-BE49-F238E27FC236}">
                  <a16:creationId xmlns:a16="http://schemas.microsoft.com/office/drawing/2014/main" id="{CFA99FEE-4620-DE0C-8732-F0A52521530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58444" y="1258824"/>
              <a:ext cx="398594" cy="94668"/>
            </a:xfrm>
            <a:custGeom>
              <a:avLst/>
              <a:gdLst>
                <a:gd name="T0" fmla="*/ 30 w 34"/>
                <a:gd name="T1" fmla="*/ 8 h 8"/>
                <a:gd name="T2" fmla="*/ 26 w 34"/>
                <a:gd name="T3" fmla="*/ 4 h 8"/>
                <a:gd name="T4" fmla="*/ 26 w 34"/>
                <a:gd name="T5" fmla="*/ 4 h 8"/>
                <a:gd name="T6" fmla="*/ 30 w 34"/>
                <a:gd name="T7" fmla="*/ 0 h 8"/>
                <a:gd name="T8" fmla="*/ 30 w 34"/>
                <a:gd name="T9" fmla="*/ 0 h 8"/>
                <a:gd name="T10" fmla="*/ 34 w 34"/>
                <a:gd name="T11" fmla="*/ 4 h 8"/>
                <a:gd name="T12" fmla="*/ 34 w 34"/>
                <a:gd name="T13" fmla="*/ 4 h 8"/>
                <a:gd name="T14" fmla="*/ 30 w 34"/>
                <a:gd name="T15" fmla="*/ 8 h 8"/>
                <a:gd name="T16" fmla="*/ 4 w 34"/>
                <a:gd name="T17" fmla="*/ 8 h 8"/>
                <a:gd name="T18" fmla="*/ 0 w 34"/>
                <a:gd name="T19" fmla="*/ 4 h 8"/>
                <a:gd name="T20" fmla="*/ 0 w 34"/>
                <a:gd name="T21" fmla="*/ 4 h 8"/>
                <a:gd name="T22" fmla="*/ 4 w 34"/>
                <a:gd name="T23" fmla="*/ 0 h 8"/>
                <a:gd name="T24" fmla="*/ 4 w 34"/>
                <a:gd name="T25" fmla="*/ 0 h 8"/>
                <a:gd name="T26" fmla="*/ 8 w 34"/>
                <a:gd name="T27" fmla="*/ 4 h 8"/>
                <a:gd name="T28" fmla="*/ 8 w 34"/>
                <a:gd name="T29" fmla="*/ 4 h 8"/>
                <a:gd name="T30" fmla="*/ 4 w 34"/>
                <a:gd name="T31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8">
                  <a:moveTo>
                    <a:pt x="30" y="8"/>
                  </a:moveTo>
                  <a:cubicBezTo>
                    <a:pt x="28" y="8"/>
                    <a:pt x="26" y="6"/>
                    <a:pt x="26" y="4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26" y="2"/>
                    <a:pt x="28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2" y="0"/>
                    <a:pt x="34" y="2"/>
                    <a:pt x="34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4" y="6"/>
                    <a:pt x="32" y="8"/>
                    <a:pt x="30" y="8"/>
                  </a:cubicBezTo>
                  <a:close/>
                  <a:moveTo>
                    <a:pt x="4" y="8"/>
                  </a:moveTo>
                  <a:cubicBezTo>
                    <a:pt x="2" y="8"/>
                    <a:pt x="0" y="6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6"/>
                    <a:pt x="6" y="8"/>
                    <a:pt x="4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4DF800F2-8DF1-F577-79C6-6EBF1AD42D1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71284" y="1258824"/>
              <a:ext cx="94668" cy="94668"/>
            </a:xfrm>
            <a:custGeom>
              <a:avLst/>
              <a:gdLst>
                <a:gd name="T0" fmla="*/ 8 w 8"/>
                <a:gd name="T1" fmla="*/ 4 h 8"/>
                <a:gd name="T2" fmla="*/ 7 w 8"/>
                <a:gd name="T3" fmla="*/ 7 h 8"/>
                <a:gd name="T4" fmla="*/ 4 w 8"/>
                <a:gd name="T5" fmla="*/ 8 h 8"/>
                <a:gd name="T6" fmla="*/ 1 w 8"/>
                <a:gd name="T7" fmla="*/ 7 h 8"/>
                <a:gd name="T8" fmla="*/ 1 w 8"/>
                <a:gd name="T9" fmla="*/ 1 h 8"/>
                <a:gd name="T10" fmla="*/ 4 w 8"/>
                <a:gd name="T11" fmla="*/ 0 h 8"/>
                <a:gd name="T12" fmla="*/ 7 w 8"/>
                <a:gd name="T13" fmla="*/ 1 h 8"/>
                <a:gd name="T14" fmla="*/ 8 w 8"/>
                <a:gd name="T15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8">
                  <a:moveTo>
                    <a:pt x="8" y="4"/>
                  </a:moveTo>
                  <a:cubicBezTo>
                    <a:pt x="8" y="5"/>
                    <a:pt x="8" y="6"/>
                    <a:pt x="7" y="7"/>
                  </a:cubicBezTo>
                  <a:cubicBezTo>
                    <a:pt x="6" y="8"/>
                    <a:pt x="5" y="8"/>
                    <a:pt x="4" y="8"/>
                  </a:cubicBezTo>
                  <a:cubicBezTo>
                    <a:pt x="3" y="8"/>
                    <a:pt x="2" y="8"/>
                    <a:pt x="1" y="7"/>
                  </a:cubicBezTo>
                  <a:cubicBezTo>
                    <a:pt x="0" y="6"/>
                    <a:pt x="0" y="3"/>
                    <a:pt x="1" y="1"/>
                  </a:cubicBezTo>
                  <a:cubicBezTo>
                    <a:pt x="2" y="1"/>
                    <a:pt x="3" y="0"/>
                    <a:pt x="4" y="0"/>
                  </a:cubicBezTo>
                  <a:cubicBezTo>
                    <a:pt x="5" y="0"/>
                    <a:pt x="6" y="1"/>
                    <a:pt x="7" y="1"/>
                  </a:cubicBezTo>
                  <a:cubicBezTo>
                    <a:pt x="8" y="2"/>
                    <a:pt x="8" y="3"/>
                    <a:pt x="8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id="{204D89BA-5506-A95F-B643-63673A35C8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58444" y="1009703"/>
              <a:ext cx="398594" cy="94668"/>
            </a:xfrm>
            <a:custGeom>
              <a:avLst/>
              <a:gdLst>
                <a:gd name="T0" fmla="*/ 30 w 34"/>
                <a:gd name="T1" fmla="*/ 8 h 8"/>
                <a:gd name="T2" fmla="*/ 26 w 34"/>
                <a:gd name="T3" fmla="*/ 4 h 8"/>
                <a:gd name="T4" fmla="*/ 26 w 34"/>
                <a:gd name="T5" fmla="*/ 4 h 8"/>
                <a:gd name="T6" fmla="*/ 30 w 34"/>
                <a:gd name="T7" fmla="*/ 0 h 8"/>
                <a:gd name="T8" fmla="*/ 30 w 34"/>
                <a:gd name="T9" fmla="*/ 0 h 8"/>
                <a:gd name="T10" fmla="*/ 34 w 34"/>
                <a:gd name="T11" fmla="*/ 4 h 8"/>
                <a:gd name="T12" fmla="*/ 34 w 34"/>
                <a:gd name="T13" fmla="*/ 4 h 8"/>
                <a:gd name="T14" fmla="*/ 30 w 34"/>
                <a:gd name="T15" fmla="*/ 8 h 8"/>
                <a:gd name="T16" fmla="*/ 4 w 34"/>
                <a:gd name="T17" fmla="*/ 8 h 8"/>
                <a:gd name="T18" fmla="*/ 0 w 34"/>
                <a:gd name="T19" fmla="*/ 4 h 8"/>
                <a:gd name="T20" fmla="*/ 0 w 34"/>
                <a:gd name="T21" fmla="*/ 4 h 8"/>
                <a:gd name="T22" fmla="*/ 4 w 34"/>
                <a:gd name="T23" fmla="*/ 0 h 8"/>
                <a:gd name="T24" fmla="*/ 4 w 34"/>
                <a:gd name="T25" fmla="*/ 0 h 8"/>
                <a:gd name="T26" fmla="*/ 8 w 34"/>
                <a:gd name="T27" fmla="*/ 4 h 8"/>
                <a:gd name="T28" fmla="*/ 8 w 34"/>
                <a:gd name="T29" fmla="*/ 4 h 8"/>
                <a:gd name="T30" fmla="*/ 4 w 34"/>
                <a:gd name="T31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8">
                  <a:moveTo>
                    <a:pt x="30" y="8"/>
                  </a:moveTo>
                  <a:cubicBezTo>
                    <a:pt x="28" y="8"/>
                    <a:pt x="26" y="6"/>
                    <a:pt x="26" y="4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26" y="2"/>
                    <a:pt x="28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2" y="0"/>
                    <a:pt x="34" y="2"/>
                    <a:pt x="34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4" y="6"/>
                    <a:pt x="32" y="8"/>
                    <a:pt x="30" y="8"/>
                  </a:cubicBezTo>
                  <a:close/>
                  <a:moveTo>
                    <a:pt x="4" y="8"/>
                  </a:moveTo>
                  <a:cubicBezTo>
                    <a:pt x="2" y="8"/>
                    <a:pt x="0" y="6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6"/>
                    <a:pt x="6" y="8"/>
                    <a:pt x="4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3286228D-CF53-BE27-4409-07E76658B36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71284" y="1009703"/>
              <a:ext cx="94668" cy="94668"/>
            </a:xfrm>
            <a:custGeom>
              <a:avLst/>
              <a:gdLst>
                <a:gd name="T0" fmla="*/ 8 w 8"/>
                <a:gd name="T1" fmla="*/ 4 h 8"/>
                <a:gd name="T2" fmla="*/ 8 w 8"/>
                <a:gd name="T3" fmla="*/ 5 h 8"/>
                <a:gd name="T4" fmla="*/ 8 w 8"/>
                <a:gd name="T5" fmla="*/ 5 h 8"/>
                <a:gd name="T6" fmla="*/ 8 w 8"/>
                <a:gd name="T7" fmla="*/ 6 h 8"/>
                <a:gd name="T8" fmla="*/ 7 w 8"/>
                <a:gd name="T9" fmla="*/ 7 h 8"/>
                <a:gd name="T10" fmla="*/ 6 w 8"/>
                <a:gd name="T11" fmla="*/ 7 h 8"/>
                <a:gd name="T12" fmla="*/ 6 w 8"/>
                <a:gd name="T13" fmla="*/ 7 h 8"/>
                <a:gd name="T14" fmla="*/ 5 w 8"/>
                <a:gd name="T15" fmla="*/ 8 h 8"/>
                <a:gd name="T16" fmla="*/ 4 w 8"/>
                <a:gd name="T17" fmla="*/ 8 h 8"/>
                <a:gd name="T18" fmla="*/ 3 w 8"/>
                <a:gd name="T19" fmla="*/ 8 h 8"/>
                <a:gd name="T20" fmla="*/ 3 w 8"/>
                <a:gd name="T21" fmla="*/ 7 h 8"/>
                <a:gd name="T22" fmla="*/ 2 w 8"/>
                <a:gd name="T23" fmla="*/ 7 h 8"/>
                <a:gd name="T24" fmla="*/ 1 w 8"/>
                <a:gd name="T25" fmla="*/ 7 h 8"/>
                <a:gd name="T26" fmla="*/ 1 w 8"/>
                <a:gd name="T27" fmla="*/ 2 h 8"/>
                <a:gd name="T28" fmla="*/ 1 w 8"/>
                <a:gd name="T29" fmla="*/ 1 h 8"/>
                <a:gd name="T30" fmla="*/ 4 w 8"/>
                <a:gd name="T31" fmla="*/ 0 h 8"/>
                <a:gd name="T32" fmla="*/ 7 w 8"/>
                <a:gd name="T33" fmla="*/ 1 h 8"/>
                <a:gd name="T34" fmla="*/ 8 w 8"/>
                <a:gd name="T35" fmla="*/ 2 h 8"/>
                <a:gd name="T36" fmla="*/ 8 w 8"/>
                <a:gd name="T37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" h="8">
                  <a:moveTo>
                    <a:pt x="8" y="4"/>
                  </a:moveTo>
                  <a:cubicBezTo>
                    <a:pt x="8" y="4"/>
                    <a:pt x="8" y="4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7" y="6"/>
                    <a:pt x="7" y="6"/>
                    <a:pt x="7" y="7"/>
                  </a:cubicBezTo>
                  <a:cubicBezTo>
                    <a:pt x="7" y="7"/>
                    <a:pt x="7" y="7"/>
                    <a:pt x="6" y="7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8"/>
                    <a:pt x="5" y="8"/>
                    <a:pt x="5" y="8"/>
                  </a:cubicBezTo>
                  <a:cubicBezTo>
                    <a:pt x="5" y="8"/>
                    <a:pt x="4" y="8"/>
                    <a:pt x="4" y="8"/>
                  </a:cubicBezTo>
                  <a:cubicBezTo>
                    <a:pt x="4" y="8"/>
                    <a:pt x="4" y="8"/>
                    <a:pt x="3" y="8"/>
                  </a:cubicBezTo>
                  <a:cubicBezTo>
                    <a:pt x="3" y="8"/>
                    <a:pt x="3" y="8"/>
                    <a:pt x="3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2" y="7"/>
                    <a:pt x="1" y="7"/>
                  </a:cubicBezTo>
                  <a:cubicBezTo>
                    <a:pt x="0" y="6"/>
                    <a:pt x="0" y="4"/>
                    <a:pt x="1" y="2"/>
                  </a:cubicBezTo>
                  <a:cubicBezTo>
                    <a:pt x="1" y="2"/>
                    <a:pt x="1" y="1"/>
                    <a:pt x="1" y="1"/>
                  </a:cubicBezTo>
                  <a:cubicBezTo>
                    <a:pt x="2" y="0"/>
                    <a:pt x="3" y="0"/>
                    <a:pt x="4" y="0"/>
                  </a:cubicBezTo>
                  <a:cubicBezTo>
                    <a:pt x="5" y="0"/>
                    <a:pt x="6" y="0"/>
                    <a:pt x="7" y="1"/>
                  </a:cubicBezTo>
                  <a:cubicBezTo>
                    <a:pt x="7" y="1"/>
                    <a:pt x="8" y="2"/>
                    <a:pt x="8" y="2"/>
                  </a:cubicBezTo>
                  <a:cubicBezTo>
                    <a:pt x="8" y="3"/>
                    <a:pt x="8" y="3"/>
                    <a:pt x="8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15FC97A3-C4FB-B961-5E72-235022F878B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7786" y="1258824"/>
              <a:ext cx="94668" cy="94668"/>
            </a:xfrm>
            <a:custGeom>
              <a:avLst/>
              <a:gdLst>
                <a:gd name="T0" fmla="*/ 8 w 8"/>
                <a:gd name="T1" fmla="*/ 4 h 8"/>
                <a:gd name="T2" fmla="*/ 7 w 8"/>
                <a:gd name="T3" fmla="*/ 7 h 8"/>
                <a:gd name="T4" fmla="*/ 6 w 8"/>
                <a:gd name="T5" fmla="*/ 8 h 8"/>
                <a:gd name="T6" fmla="*/ 4 w 8"/>
                <a:gd name="T7" fmla="*/ 8 h 8"/>
                <a:gd name="T8" fmla="*/ 3 w 8"/>
                <a:gd name="T9" fmla="*/ 8 h 8"/>
                <a:gd name="T10" fmla="*/ 3 w 8"/>
                <a:gd name="T11" fmla="*/ 8 h 8"/>
                <a:gd name="T12" fmla="*/ 2 w 8"/>
                <a:gd name="T13" fmla="*/ 8 h 8"/>
                <a:gd name="T14" fmla="*/ 1 w 8"/>
                <a:gd name="T15" fmla="*/ 7 h 8"/>
                <a:gd name="T16" fmla="*/ 0 w 8"/>
                <a:gd name="T17" fmla="*/ 3 h 8"/>
                <a:gd name="T18" fmla="*/ 1 w 8"/>
                <a:gd name="T19" fmla="*/ 1 h 8"/>
                <a:gd name="T20" fmla="*/ 2 w 8"/>
                <a:gd name="T21" fmla="*/ 1 h 8"/>
                <a:gd name="T22" fmla="*/ 3 w 8"/>
                <a:gd name="T23" fmla="*/ 1 h 8"/>
                <a:gd name="T24" fmla="*/ 3 w 8"/>
                <a:gd name="T25" fmla="*/ 0 h 8"/>
                <a:gd name="T26" fmla="*/ 4 w 8"/>
                <a:gd name="T27" fmla="*/ 0 h 8"/>
                <a:gd name="T28" fmla="*/ 6 w 8"/>
                <a:gd name="T29" fmla="*/ 1 h 8"/>
                <a:gd name="T30" fmla="*/ 7 w 8"/>
                <a:gd name="T31" fmla="*/ 1 h 8"/>
                <a:gd name="T32" fmla="*/ 8 w 8"/>
                <a:gd name="T33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" h="8">
                  <a:moveTo>
                    <a:pt x="8" y="4"/>
                  </a:moveTo>
                  <a:cubicBezTo>
                    <a:pt x="8" y="5"/>
                    <a:pt x="8" y="6"/>
                    <a:pt x="7" y="7"/>
                  </a:cubicBezTo>
                  <a:cubicBezTo>
                    <a:pt x="7" y="7"/>
                    <a:pt x="6" y="8"/>
                    <a:pt x="6" y="8"/>
                  </a:cubicBezTo>
                  <a:cubicBezTo>
                    <a:pt x="5" y="8"/>
                    <a:pt x="5" y="8"/>
                    <a:pt x="4" y="8"/>
                  </a:cubicBezTo>
                  <a:cubicBezTo>
                    <a:pt x="4" y="8"/>
                    <a:pt x="4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7"/>
                    <a:pt x="1" y="7"/>
                    <a:pt x="1" y="7"/>
                  </a:cubicBezTo>
                  <a:cubicBezTo>
                    <a:pt x="0" y="6"/>
                    <a:pt x="0" y="4"/>
                    <a:pt x="0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1" y="1"/>
                    <a:pt x="2" y="1"/>
                    <a:pt x="2" y="1"/>
                  </a:cubicBezTo>
                  <a:cubicBezTo>
                    <a:pt x="2" y="1"/>
                    <a:pt x="2" y="1"/>
                    <a:pt x="3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5" y="0"/>
                    <a:pt x="5" y="0"/>
                    <a:pt x="6" y="1"/>
                  </a:cubicBezTo>
                  <a:cubicBezTo>
                    <a:pt x="6" y="1"/>
                    <a:pt x="7" y="1"/>
                    <a:pt x="7" y="1"/>
                  </a:cubicBezTo>
                  <a:cubicBezTo>
                    <a:pt x="8" y="2"/>
                    <a:pt x="8" y="3"/>
                    <a:pt x="8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D5AD8D6E-70C5-4D31-DFD0-C1F5061830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49533" y="1258824"/>
              <a:ext cx="94668" cy="94668"/>
            </a:xfrm>
            <a:custGeom>
              <a:avLst/>
              <a:gdLst>
                <a:gd name="T0" fmla="*/ 4 w 8"/>
                <a:gd name="T1" fmla="*/ 8 h 8"/>
                <a:gd name="T2" fmla="*/ 0 w 8"/>
                <a:gd name="T3" fmla="*/ 4 h 8"/>
                <a:gd name="T4" fmla="*/ 0 w 8"/>
                <a:gd name="T5" fmla="*/ 4 h 8"/>
                <a:gd name="T6" fmla="*/ 4 w 8"/>
                <a:gd name="T7" fmla="*/ 0 h 8"/>
                <a:gd name="T8" fmla="*/ 4 w 8"/>
                <a:gd name="T9" fmla="*/ 0 h 8"/>
                <a:gd name="T10" fmla="*/ 8 w 8"/>
                <a:gd name="T11" fmla="*/ 4 h 8"/>
                <a:gd name="T12" fmla="*/ 8 w 8"/>
                <a:gd name="T13" fmla="*/ 4 h 8"/>
                <a:gd name="T14" fmla="*/ 4 w 8"/>
                <a:gd name="T15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8">
                  <a:moveTo>
                    <a:pt x="4" y="8"/>
                  </a:moveTo>
                  <a:cubicBezTo>
                    <a:pt x="2" y="8"/>
                    <a:pt x="0" y="6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6"/>
                    <a:pt x="6" y="8"/>
                    <a:pt x="4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31">
              <a:extLst>
                <a:ext uri="{FF2B5EF4-FFF2-40B4-BE49-F238E27FC236}">
                  <a16:creationId xmlns:a16="http://schemas.microsoft.com/office/drawing/2014/main" id="{A9AF02B9-761C-0E62-F368-A3491B7B7D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40623" y="1258824"/>
              <a:ext cx="94668" cy="94668"/>
            </a:xfrm>
            <a:custGeom>
              <a:avLst/>
              <a:gdLst>
                <a:gd name="T0" fmla="*/ 4 w 8"/>
                <a:gd name="T1" fmla="*/ 8 h 8"/>
                <a:gd name="T2" fmla="*/ 0 w 8"/>
                <a:gd name="T3" fmla="*/ 4 h 8"/>
                <a:gd name="T4" fmla="*/ 0 w 8"/>
                <a:gd name="T5" fmla="*/ 4 h 8"/>
                <a:gd name="T6" fmla="*/ 4 w 8"/>
                <a:gd name="T7" fmla="*/ 0 h 8"/>
                <a:gd name="T8" fmla="*/ 4 w 8"/>
                <a:gd name="T9" fmla="*/ 0 h 8"/>
                <a:gd name="T10" fmla="*/ 8 w 8"/>
                <a:gd name="T11" fmla="*/ 4 h 8"/>
                <a:gd name="T12" fmla="*/ 8 w 8"/>
                <a:gd name="T13" fmla="*/ 4 h 8"/>
                <a:gd name="T14" fmla="*/ 4 w 8"/>
                <a:gd name="T15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8">
                  <a:moveTo>
                    <a:pt x="4" y="8"/>
                  </a:moveTo>
                  <a:cubicBezTo>
                    <a:pt x="2" y="8"/>
                    <a:pt x="0" y="6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6"/>
                    <a:pt x="6" y="8"/>
                    <a:pt x="4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32">
              <a:extLst>
                <a:ext uri="{FF2B5EF4-FFF2-40B4-BE49-F238E27FC236}">
                  <a16:creationId xmlns:a16="http://schemas.microsoft.com/office/drawing/2014/main" id="{34375353-43B9-C26E-AE4A-9DE66C76AE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36696" y="1258824"/>
              <a:ext cx="94668" cy="94668"/>
            </a:xfrm>
            <a:custGeom>
              <a:avLst/>
              <a:gdLst>
                <a:gd name="T0" fmla="*/ 4 w 8"/>
                <a:gd name="T1" fmla="*/ 8 h 8"/>
                <a:gd name="T2" fmla="*/ 0 w 8"/>
                <a:gd name="T3" fmla="*/ 4 h 8"/>
                <a:gd name="T4" fmla="*/ 0 w 8"/>
                <a:gd name="T5" fmla="*/ 4 h 8"/>
                <a:gd name="T6" fmla="*/ 4 w 8"/>
                <a:gd name="T7" fmla="*/ 0 h 8"/>
                <a:gd name="T8" fmla="*/ 4 w 8"/>
                <a:gd name="T9" fmla="*/ 0 h 8"/>
                <a:gd name="T10" fmla="*/ 8 w 8"/>
                <a:gd name="T11" fmla="*/ 4 h 8"/>
                <a:gd name="T12" fmla="*/ 8 w 8"/>
                <a:gd name="T13" fmla="*/ 4 h 8"/>
                <a:gd name="T14" fmla="*/ 4 w 8"/>
                <a:gd name="T15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8">
                  <a:moveTo>
                    <a:pt x="4" y="8"/>
                  </a:moveTo>
                  <a:cubicBezTo>
                    <a:pt x="2" y="8"/>
                    <a:pt x="0" y="6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6"/>
                    <a:pt x="6" y="8"/>
                    <a:pt x="4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33">
              <a:extLst>
                <a:ext uri="{FF2B5EF4-FFF2-40B4-BE49-F238E27FC236}">
                  <a16:creationId xmlns:a16="http://schemas.microsoft.com/office/drawing/2014/main" id="{312A77C9-908C-1460-C7D7-7BC33AB51E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7786" y="1009703"/>
              <a:ext cx="94668" cy="94668"/>
            </a:xfrm>
            <a:custGeom>
              <a:avLst/>
              <a:gdLst>
                <a:gd name="T0" fmla="*/ 8 w 8"/>
                <a:gd name="T1" fmla="*/ 4 h 8"/>
                <a:gd name="T2" fmla="*/ 7 w 8"/>
                <a:gd name="T3" fmla="*/ 7 h 8"/>
                <a:gd name="T4" fmla="*/ 6 w 8"/>
                <a:gd name="T5" fmla="*/ 7 h 8"/>
                <a:gd name="T6" fmla="*/ 6 w 8"/>
                <a:gd name="T7" fmla="*/ 7 h 8"/>
                <a:gd name="T8" fmla="*/ 5 w 8"/>
                <a:gd name="T9" fmla="*/ 8 h 8"/>
                <a:gd name="T10" fmla="*/ 4 w 8"/>
                <a:gd name="T11" fmla="*/ 8 h 8"/>
                <a:gd name="T12" fmla="*/ 3 w 8"/>
                <a:gd name="T13" fmla="*/ 8 h 8"/>
                <a:gd name="T14" fmla="*/ 3 w 8"/>
                <a:gd name="T15" fmla="*/ 7 h 8"/>
                <a:gd name="T16" fmla="*/ 2 w 8"/>
                <a:gd name="T17" fmla="*/ 7 h 8"/>
                <a:gd name="T18" fmla="*/ 1 w 8"/>
                <a:gd name="T19" fmla="*/ 7 h 8"/>
                <a:gd name="T20" fmla="*/ 1 w 8"/>
                <a:gd name="T21" fmla="*/ 6 h 8"/>
                <a:gd name="T22" fmla="*/ 0 w 8"/>
                <a:gd name="T23" fmla="*/ 5 h 8"/>
                <a:gd name="T24" fmla="*/ 0 w 8"/>
                <a:gd name="T25" fmla="*/ 5 h 8"/>
                <a:gd name="T26" fmla="*/ 0 w 8"/>
                <a:gd name="T27" fmla="*/ 2 h 8"/>
                <a:gd name="T28" fmla="*/ 1 w 8"/>
                <a:gd name="T29" fmla="*/ 1 h 8"/>
                <a:gd name="T30" fmla="*/ 4 w 8"/>
                <a:gd name="T31" fmla="*/ 0 h 8"/>
                <a:gd name="T32" fmla="*/ 7 w 8"/>
                <a:gd name="T33" fmla="*/ 1 h 8"/>
                <a:gd name="T34" fmla="*/ 8 w 8"/>
                <a:gd name="T35" fmla="*/ 2 h 8"/>
                <a:gd name="T36" fmla="*/ 8 w 8"/>
                <a:gd name="T37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" h="8">
                  <a:moveTo>
                    <a:pt x="8" y="4"/>
                  </a:moveTo>
                  <a:cubicBezTo>
                    <a:pt x="8" y="5"/>
                    <a:pt x="8" y="6"/>
                    <a:pt x="7" y="7"/>
                  </a:cubicBezTo>
                  <a:cubicBezTo>
                    <a:pt x="7" y="7"/>
                    <a:pt x="7" y="7"/>
                    <a:pt x="6" y="7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4" y="8"/>
                    <a:pt x="4" y="8"/>
                  </a:cubicBezTo>
                  <a:cubicBezTo>
                    <a:pt x="4" y="8"/>
                    <a:pt x="4" y="8"/>
                    <a:pt x="3" y="8"/>
                  </a:cubicBezTo>
                  <a:cubicBezTo>
                    <a:pt x="3" y="8"/>
                    <a:pt x="3" y="8"/>
                    <a:pt x="3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1" y="7"/>
                    <a:pt x="1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0" y="6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1" y="2"/>
                    <a:pt x="1" y="1"/>
                    <a:pt x="1" y="1"/>
                  </a:cubicBezTo>
                  <a:cubicBezTo>
                    <a:pt x="2" y="0"/>
                    <a:pt x="3" y="0"/>
                    <a:pt x="4" y="0"/>
                  </a:cubicBezTo>
                  <a:cubicBezTo>
                    <a:pt x="5" y="0"/>
                    <a:pt x="6" y="0"/>
                    <a:pt x="7" y="1"/>
                  </a:cubicBezTo>
                  <a:cubicBezTo>
                    <a:pt x="7" y="1"/>
                    <a:pt x="8" y="2"/>
                    <a:pt x="8" y="2"/>
                  </a:cubicBezTo>
                  <a:cubicBezTo>
                    <a:pt x="8" y="3"/>
                    <a:pt x="8" y="3"/>
                    <a:pt x="8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0D8FD01A-ABD6-FCF0-A97C-C752708871D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49533" y="1009703"/>
              <a:ext cx="94668" cy="94668"/>
            </a:xfrm>
            <a:custGeom>
              <a:avLst/>
              <a:gdLst>
                <a:gd name="T0" fmla="*/ 4 w 8"/>
                <a:gd name="T1" fmla="*/ 8 h 8"/>
                <a:gd name="T2" fmla="*/ 0 w 8"/>
                <a:gd name="T3" fmla="*/ 4 h 8"/>
                <a:gd name="T4" fmla="*/ 0 w 8"/>
                <a:gd name="T5" fmla="*/ 4 h 8"/>
                <a:gd name="T6" fmla="*/ 4 w 8"/>
                <a:gd name="T7" fmla="*/ 0 h 8"/>
                <a:gd name="T8" fmla="*/ 4 w 8"/>
                <a:gd name="T9" fmla="*/ 0 h 8"/>
                <a:gd name="T10" fmla="*/ 8 w 8"/>
                <a:gd name="T11" fmla="*/ 4 h 8"/>
                <a:gd name="T12" fmla="*/ 8 w 8"/>
                <a:gd name="T13" fmla="*/ 4 h 8"/>
                <a:gd name="T14" fmla="*/ 4 w 8"/>
                <a:gd name="T15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8">
                  <a:moveTo>
                    <a:pt x="4" y="8"/>
                  </a:moveTo>
                  <a:cubicBezTo>
                    <a:pt x="2" y="8"/>
                    <a:pt x="0" y="6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6"/>
                    <a:pt x="6" y="8"/>
                    <a:pt x="4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35">
              <a:extLst>
                <a:ext uri="{FF2B5EF4-FFF2-40B4-BE49-F238E27FC236}">
                  <a16:creationId xmlns:a16="http://schemas.microsoft.com/office/drawing/2014/main" id="{67CE7ED9-2CDA-E5F9-D277-0F2AA18E36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40623" y="1009703"/>
              <a:ext cx="94668" cy="94668"/>
            </a:xfrm>
            <a:custGeom>
              <a:avLst/>
              <a:gdLst>
                <a:gd name="T0" fmla="*/ 4 w 8"/>
                <a:gd name="T1" fmla="*/ 8 h 8"/>
                <a:gd name="T2" fmla="*/ 0 w 8"/>
                <a:gd name="T3" fmla="*/ 4 h 8"/>
                <a:gd name="T4" fmla="*/ 0 w 8"/>
                <a:gd name="T5" fmla="*/ 4 h 8"/>
                <a:gd name="T6" fmla="*/ 4 w 8"/>
                <a:gd name="T7" fmla="*/ 0 h 8"/>
                <a:gd name="T8" fmla="*/ 4 w 8"/>
                <a:gd name="T9" fmla="*/ 0 h 8"/>
                <a:gd name="T10" fmla="*/ 8 w 8"/>
                <a:gd name="T11" fmla="*/ 4 h 8"/>
                <a:gd name="T12" fmla="*/ 8 w 8"/>
                <a:gd name="T13" fmla="*/ 4 h 8"/>
                <a:gd name="T14" fmla="*/ 4 w 8"/>
                <a:gd name="T15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8">
                  <a:moveTo>
                    <a:pt x="4" y="8"/>
                  </a:moveTo>
                  <a:cubicBezTo>
                    <a:pt x="2" y="8"/>
                    <a:pt x="0" y="6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6"/>
                    <a:pt x="6" y="8"/>
                    <a:pt x="4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36">
              <a:extLst>
                <a:ext uri="{FF2B5EF4-FFF2-40B4-BE49-F238E27FC236}">
                  <a16:creationId xmlns:a16="http://schemas.microsoft.com/office/drawing/2014/main" id="{659EFA94-7E18-E70C-6BC5-B26257A55F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36696" y="1009703"/>
              <a:ext cx="94668" cy="94668"/>
            </a:xfrm>
            <a:custGeom>
              <a:avLst/>
              <a:gdLst>
                <a:gd name="T0" fmla="*/ 4 w 8"/>
                <a:gd name="T1" fmla="*/ 8 h 8"/>
                <a:gd name="T2" fmla="*/ 0 w 8"/>
                <a:gd name="T3" fmla="*/ 4 h 8"/>
                <a:gd name="T4" fmla="*/ 0 w 8"/>
                <a:gd name="T5" fmla="*/ 4 h 8"/>
                <a:gd name="T6" fmla="*/ 4 w 8"/>
                <a:gd name="T7" fmla="*/ 0 h 8"/>
                <a:gd name="T8" fmla="*/ 4 w 8"/>
                <a:gd name="T9" fmla="*/ 0 h 8"/>
                <a:gd name="T10" fmla="*/ 8 w 8"/>
                <a:gd name="T11" fmla="*/ 4 h 8"/>
                <a:gd name="T12" fmla="*/ 8 w 8"/>
                <a:gd name="T13" fmla="*/ 4 h 8"/>
                <a:gd name="T14" fmla="*/ 4 w 8"/>
                <a:gd name="T15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8">
                  <a:moveTo>
                    <a:pt x="4" y="8"/>
                  </a:moveTo>
                  <a:cubicBezTo>
                    <a:pt x="2" y="8"/>
                    <a:pt x="0" y="6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6"/>
                    <a:pt x="6" y="8"/>
                    <a:pt x="4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2" name="Rectangle 37">
            <a:extLst>
              <a:ext uri="{FF2B5EF4-FFF2-40B4-BE49-F238E27FC236}">
                <a16:creationId xmlns:a16="http://schemas.microsoft.com/office/drawing/2014/main" id="{C6032C58-8886-7875-D219-3228ED7F09B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21831" y="9964"/>
            <a:ext cx="94668" cy="183851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" name="Rectangle 38">
            <a:extLst>
              <a:ext uri="{FF2B5EF4-FFF2-40B4-BE49-F238E27FC236}">
                <a16:creationId xmlns:a16="http://schemas.microsoft.com/office/drawing/2014/main" id="{44F08D6F-795D-0CCC-A6BD-D9D4BD95CBE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2776" y="4747587"/>
            <a:ext cx="94668" cy="169900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194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6D676-6A7C-1623-F9EB-D398AFF30B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0945" y="1524288"/>
            <a:ext cx="5476010" cy="489729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89FF1A-CB57-FBE2-0077-6D37D21FCF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06390" y="1524288"/>
            <a:ext cx="5552210" cy="48972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439F1B-0A7A-F04F-6B53-FC72D43402B3}"/>
              </a:ext>
            </a:extLst>
          </p:cNvPr>
          <p:cNvSpPr/>
          <p:nvPr userDrawn="1"/>
        </p:nvSpPr>
        <p:spPr>
          <a:xfrm>
            <a:off x="0" y="0"/>
            <a:ext cx="11731336" cy="681037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299CF6-6F0E-3CBA-C698-623A4DA483AA}"/>
              </a:ext>
            </a:extLst>
          </p:cNvPr>
          <p:cNvSpPr/>
          <p:nvPr userDrawn="1"/>
        </p:nvSpPr>
        <p:spPr>
          <a:xfrm>
            <a:off x="176645" y="0"/>
            <a:ext cx="10799619" cy="132556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F1F843-8421-BD6E-2795-C4FF14C18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945" y="1"/>
            <a:ext cx="10685319" cy="1325562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D1917F-1E9C-5A95-9782-FC67D0E26C88}"/>
              </a:ext>
            </a:extLst>
          </p:cNvPr>
          <p:cNvSpPr/>
          <p:nvPr userDrawn="1"/>
        </p:nvSpPr>
        <p:spPr>
          <a:xfrm>
            <a:off x="358322" y="6748820"/>
            <a:ext cx="2750333" cy="1091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D0416B-3D77-DAE3-B573-82F49D5CCAE6}"/>
              </a:ext>
            </a:extLst>
          </p:cNvPr>
          <p:cNvSpPr/>
          <p:nvPr userDrawn="1"/>
        </p:nvSpPr>
        <p:spPr>
          <a:xfrm>
            <a:off x="3346789" y="6748820"/>
            <a:ext cx="2750333" cy="1091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409ADF-C791-8C4A-D9D5-6A414D7050C4}"/>
              </a:ext>
            </a:extLst>
          </p:cNvPr>
          <p:cNvSpPr/>
          <p:nvPr userDrawn="1"/>
        </p:nvSpPr>
        <p:spPr>
          <a:xfrm>
            <a:off x="6282445" y="6748820"/>
            <a:ext cx="2750333" cy="1091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EAF211-4E87-F619-3E4B-1A22AA4AC71A}"/>
              </a:ext>
            </a:extLst>
          </p:cNvPr>
          <p:cNvSpPr/>
          <p:nvPr userDrawn="1"/>
        </p:nvSpPr>
        <p:spPr>
          <a:xfrm>
            <a:off x="9203535" y="6748820"/>
            <a:ext cx="2750333" cy="1091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70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7AFCC3D-2D9E-4322-2668-EB14CC8B32FC}"/>
              </a:ext>
            </a:extLst>
          </p:cNvPr>
          <p:cNvSpPr/>
          <p:nvPr userDrawn="1"/>
        </p:nvSpPr>
        <p:spPr>
          <a:xfrm>
            <a:off x="0" y="0"/>
            <a:ext cx="4203510" cy="685800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34A253-6E39-80A1-F1B9-F5496B17F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3993108" cy="6857999"/>
          </a:xfrm>
        </p:spPr>
        <p:txBody>
          <a:bodyPr/>
          <a:lstStyle>
            <a:lvl1pPr algn="r">
              <a:defRPr b="1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401A0-3B74-1B7D-CE81-F12DF320A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6465" y="382137"/>
            <a:ext cx="7246961" cy="61853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B78114-E6AD-F711-A479-24930D480ED9}"/>
              </a:ext>
            </a:extLst>
          </p:cNvPr>
          <p:cNvSpPr/>
          <p:nvPr userDrawn="1"/>
        </p:nvSpPr>
        <p:spPr>
          <a:xfrm>
            <a:off x="1995055" y="0"/>
            <a:ext cx="8201890" cy="114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063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7AFCC3D-2D9E-4322-2668-EB14CC8B32FC}"/>
              </a:ext>
            </a:extLst>
          </p:cNvPr>
          <p:cNvSpPr/>
          <p:nvPr userDrawn="1"/>
        </p:nvSpPr>
        <p:spPr>
          <a:xfrm>
            <a:off x="0" y="0"/>
            <a:ext cx="420351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401A0-3B74-1B7D-CE81-F12DF320A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005" y="1453415"/>
            <a:ext cx="3821232" cy="51140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B78114-E6AD-F711-A479-24930D480ED9}"/>
              </a:ext>
            </a:extLst>
          </p:cNvPr>
          <p:cNvSpPr/>
          <p:nvPr userDrawn="1"/>
        </p:nvSpPr>
        <p:spPr>
          <a:xfrm>
            <a:off x="231006" y="0"/>
            <a:ext cx="11729988" cy="123203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34A253-6E39-80A1-F1B9-F5496B17F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004" y="1"/>
            <a:ext cx="11729989" cy="1232033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4652595-2762-94FB-B892-E7BA58DC9AE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458771" y="1453415"/>
            <a:ext cx="7246961" cy="51140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39010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5B78114-E6AD-F711-A479-24930D480ED9}"/>
              </a:ext>
            </a:extLst>
          </p:cNvPr>
          <p:cNvSpPr/>
          <p:nvPr userDrawn="1"/>
        </p:nvSpPr>
        <p:spPr>
          <a:xfrm>
            <a:off x="0" y="0"/>
            <a:ext cx="7042245" cy="14919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34A253-6E39-80A1-F1B9-F5496B17F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22" y="470691"/>
            <a:ext cx="6864823" cy="66483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401A0-3B74-1B7D-CE81-F12DF320A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422" y="1617044"/>
            <a:ext cx="6864823" cy="495044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559035-7C29-C72B-CB88-6CFD6EF41901}"/>
              </a:ext>
            </a:extLst>
          </p:cNvPr>
          <p:cNvSpPr/>
          <p:nvPr userDrawn="1"/>
        </p:nvSpPr>
        <p:spPr>
          <a:xfrm>
            <a:off x="358322" y="6748820"/>
            <a:ext cx="2750333" cy="1091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E20A99-E965-8FB9-7303-29F8DCA40455}"/>
              </a:ext>
            </a:extLst>
          </p:cNvPr>
          <p:cNvSpPr/>
          <p:nvPr userDrawn="1"/>
        </p:nvSpPr>
        <p:spPr>
          <a:xfrm>
            <a:off x="3346789" y="6748820"/>
            <a:ext cx="2750333" cy="1091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C33741-5850-45CA-31BD-048DF8E3AE36}"/>
              </a:ext>
            </a:extLst>
          </p:cNvPr>
          <p:cNvSpPr/>
          <p:nvPr userDrawn="1"/>
        </p:nvSpPr>
        <p:spPr>
          <a:xfrm>
            <a:off x="6282445" y="6748820"/>
            <a:ext cx="2750333" cy="1091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C40F42-5763-E93B-BB14-DC99FC161E78}"/>
              </a:ext>
            </a:extLst>
          </p:cNvPr>
          <p:cNvSpPr/>
          <p:nvPr userDrawn="1"/>
        </p:nvSpPr>
        <p:spPr>
          <a:xfrm>
            <a:off x="9203535" y="6748820"/>
            <a:ext cx="2750333" cy="1091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07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4A253-6E39-80A1-F1B9-F5496B17F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22" y="470691"/>
            <a:ext cx="6864823" cy="664830"/>
          </a:xfrm>
        </p:spPr>
        <p:txBody>
          <a:bodyPr/>
          <a:lstStyle>
            <a:lvl1pPr>
              <a:defRPr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401A0-3B74-1B7D-CE81-F12DF320A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422" y="1491912"/>
            <a:ext cx="6864823" cy="507557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AFCC3D-2D9E-4322-2668-EB14CC8B32FC}"/>
              </a:ext>
            </a:extLst>
          </p:cNvPr>
          <p:cNvSpPr/>
          <p:nvPr userDrawn="1"/>
        </p:nvSpPr>
        <p:spPr>
          <a:xfrm>
            <a:off x="0" y="0"/>
            <a:ext cx="12192000" cy="11430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B78114-E6AD-F711-A479-24930D480ED9}"/>
              </a:ext>
            </a:extLst>
          </p:cNvPr>
          <p:cNvSpPr/>
          <p:nvPr userDrawn="1"/>
        </p:nvSpPr>
        <p:spPr>
          <a:xfrm>
            <a:off x="1995055" y="0"/>
            <a:ext cx="8201890" cy="114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403E7E-A844-4EAA-8300-7B12D83D6A78}"/>
              </a:ext>
            </a:extLst>
          </p:cNvPr>
          <p:cNvSpPr/>
          <p:nvPr userDrawn="1"/>
        </p:nvSpPr>
        <p:spPr>
          <a:xfrm>
            <a:off x="7233313" y="259307"/>
            <a:ext cx="4958687" cy="6339386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000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5234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4A253-6E39-80A1-F1B9-F5496B17F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22" y="290513"/>
            <a:ext cx="6864823" cy="664830"/>
          </a:xfrm>
        </p:spPr>
        <p:txBody>
          <a:bodyPr/>
          <a:lstStyle>
            <a:lvl1pPr>
              <a:defRPr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401A0-3B74-1B7D-CE81-F12DF320A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422" y="1156629"/>
            <a:ext cx="6864823" cy="467096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AFCC3D-2D9E-4322-2668-EB14CC8B32FC}"/>
              </a:ext>
            </a:extLst>
          </p:cNvPr>
          <p:cNvSpPr/>
          <p:nvPr userDrawn="1"/>
        </p:nvSpPr>
        <p:spPr>
          <a:xfrm>
            <a:off x="0" y="0"/>
            <a:ext cx="12192000" cy="11430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B78114-E6AD-F711-A479-24930D480ED9}"/>
              </a:ext>
            </a:extLst>
          </p:cNvPr>
          <p:cNvSpPr/>
          <p:nvPr userDrawn="1"/>
        </p:nvSpPr>
        <p:spPr>
          <a:xfrm>
            <a:off x="1995055" y="0"/>
            <a:ext cx="8201890" cy="114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403E7E-A844-4EAA-8300-7B12D83D6A78}"/>
              </a:ext>
            </a:extLst>
          </p:cNvPr>
          <p:cNvSpPr/>
          <p:nvPr userDrawn="1"/>
        </p:nvSpPr>
        <p:spPr>
          <a:xfrm>
            <a:off x="7233313" y="259307"/>
            <a:ext cx="4958687" cy="6339386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000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0BBB108-C103-5005-8EA2-67B27D1C036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77422" y="6028880"/>
            <a:ext cx="6864823" cy="569813"/>
          </a:xfrm>
        </p:spPr>
        <p:txBody>
          <a:bodyPr>
            <a:normAutofit/>
          </a:bodyPr>
          <a:lstStyle>
            <a:lvl1pPr>
              <a:defRPr sz="1800" i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5128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4A253-6E39-80A1-F1B9-F5496B17F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807" y="242386"/>
            <a:ext cx="11132127" cy="738188"/>
          </a:xfrm>
        </p:spPr>
        <p:txBody>
          <a:bodyPr/>
          <a:lstStyle>
            <a:lvl1pPr>
              <a:defRPr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401A0-3B74-1B7D-CE81-F12DF320A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808" y="3811604"/>
            <a:ext cx="5774356" cy="270775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AFCC3D-2D9E-4322-2668-EB14CC8B32FC}"/>
              </a:ext>
            </a:extLst>
          </p:cNvPr>
          <p:cNvSpPr/>
          <p:nvPr userDrawn="1"/>
        </p:nvSpPr>
        <p:spPr>
          <a:xfrm>
            <a:off x="0" y="0"/>
            <a:ext cx="12192000" cy="11430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B78114-E6AD-F711-A479-24930D480ED9}"/>
              </a:ext>
            </a:extLst>
          </p:cNvPr>
          <p:cNvSpPr/>
          <p:nvPr userDrawn="1"/>
        </p:nvSpPr>
        <p:spPr>
          <a:xfrm>
            <a:off x="1995055" y="0"/>
            <a:ext cx="8201890" cy="114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00D6744-124F-35C3-809C-8EADAAEAC04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85836" y="3811604"/>
            <a:ext cx="5774356" cy="270775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A76C8A5-91F3-3E8F-A2FC-1032641485F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31775" y="981075"/>
            <a:ext cx="5726113" cy="26289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9CA1D720-31AC-5F55-7E25-3992F0E87F2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85836" y="981075"/>
            <a:ext cx="5726113" cy="26289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8131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4A253-6E39-80A1-F1B9-F5496B17F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807" y="242386"/>
            <a:ext cx="11132127" cy="738188"/>
          </a:xfrm>
        </p:spPr>
        <p:txBody>
          <a:bodyPr/>
          <a:lstStyle>
            <a:lvl1pPr algn="ctr">
              <a:defRPr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401A0-3B74-1B7D-CE81-F12DF320A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808" y="1108660"/>
            <a:ext cx="5774356" cy="3764127"/>
          </a:xfrm>
          <a:solidFill>
            <a:schemeClr val="bg2"/>
          </a:solidFill>
        </p:spPr>
        <p:txBody>
          <a:bodyPr anchor="ctr"/>
          <a:lstStyle>
            <a:lvl1pPr algn="ctr"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AFCC3D-2D9E-4322-2668-EB14CC8B32FC}"/>
              </a:ext>
            </a:extLst>
          </p:cNvPr>
          <p:cNvSpPr/>
          <p:nvPr userDrawn="1"/>
        </p:nvSpPr>
        <p:spPr>
          <a:xfrm>
            <a:off x="0" y="0"/>
            <a:ext cx="12192000" cy="11430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B78114-E6AD-F711-A479-24930D480ED9}"/>
              </a:ext>
            </a:extLst>
          </p:cNvPr>
          <p:cNvSpPr/>
          <p:nvPr userDrawn="1"/>
        </p:nvSpPr>
        <p:spPr>
          <a:xfrm>
            <a:off x="1995055" y="0"/>
            <a:ext cx="8201890" cy="114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B868073-BEC3-F7F1-8144-EC6CF693AAF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85838" y="1108660"/>
            <a:ext cx="5774356" cy="3764127"/>
          </a:xfrm>
          <a:solidFill>
            <a:schemeClr val="bg2"/>
          </a:solidFill>
        </p:spPr>
        <p:txBody>
          <a:bodyPr anchor="ctr"/>
          <a:lstStyle>
            <a:lvl1pPr algn="ctr"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3284CF4-3F8B-33FB-9B3E-90B1A4F269AC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231808" y="5000873"/>
            <a:ext cx="11728386" cy="1731669"/>
          </a:xfrm>
          <a:noFill/>
        </p:spPr>
        <p:txBody>
          <a:bodyPr anchor="ctr"/>
          <a:lstStyle>
            <a:lvl1pPr algn="ctr"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011724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4A253-6E39-80A1-F1B9-F5496B17F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807" y="242386"/>
            <a:ext cx="11132127" cy="738188"/>
          </a:xfrm>
        </p:spPr>
        <p:txBody>
          <a:bodyPr/>
          <a:lstStyle>
            <a:lvl1pPr algn="ctr">
              <a:defRPr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401A0-3B74-1B7D-CE81-F12DF320A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808" y="2968415"/>
            <a:ext cx="5774356" cy="3764127"/>
          </a:xfr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AFCC3D-2D9E-4322-2668-EB14CC8B32FC}"/>
              </a:ext>
            </a:extLst>
          </p:cNvPr>
          <p:cNvSpPr/>
          <p:nvPr userDrawn="1"/>
        </p:nvSpPr>
        <p:spPr>
          <a:xfrm>
            <a:off x="0" y="0"/>
            <a:ext cx="12192000" cy="11430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B78114-E6AD-F711-A479-24930D480ED9}"/>
              </a:ext>
            </a:extLst>
          </p:cNvPr>
          <p:cNvSpPr/>
          <p:nvPr userDrawn="1"/>
        </p:nvSpPr>
        <p:spPr>
          <a:xfrm>
            <a:off x="1995055" y="0"/>
            <a:ext cx="8201890" cy="114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B868073-BEC3-F7F1-8144-EC6CF693AAF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85838" y="2968415"/>
            <a:ext cx="5774356" cy="3764127"/>
          </a:xfr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3284CF4-3F8B-33FB-9B3E-90B1A4F269AC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2834" y="1108660"/>
            <a:ext cx="12192000" cy="1731669"/>
          </a:xfrm>
          <a:solidFill>
            <a:schemeClr val="accent3"/>
          </a:solidFill>
        </p:spPr>
        <p:txBody>
          <a:bodyPr anchor="ctr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592651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7AFCC3D-2D9E-4322-2668-EB14CC8B32FC}"/>
              </a:ext>
            </a:extLst>
          </p:cNvPr>
          <p:cNvSpPr/>
          <p:nvPr userDrawn="1"/>
        </p:nvSpPr>
        <p:spPr>
          <a:xfrm>
            <a:off x="0" y="0"/>
            <a:ext cx="3853273" cy="685800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34A253-6E39-80A1-F1B9-F5496B17F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808" y="242385"/>
            <a:ext cx="3469870" cy="6276973"/>
          </a:xfrm>
        </p:spPr>
        <p:txBody>
          <a:bodyPr/>
          <a:lstStyle>
            <a:lvl1pPr algn="r">
              <a:defRPr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401A0-3B74-1B7D-CE81-F12DF320A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2899" y="3795811"/>
            <a:ext cx="3853273" cy="2781298"/>
          </a:xfrm>
        </p:spPr>
        <p:txBody>
          <a:bodyPr/>
          <a:lstStyle>
            <a:lvl1pPr>
              <a:defRPr sz="2000"/>
            </a:lvl1pPr>
            <a:lvl2pPr marL="274320">
              <a:defRPr sz="18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B78114-E6AD-F711-A479-24930D480ED9}"/>
              </a:ext>
            </a:extLst>
          </p:cNvPr>
          <p:cNvSpPr/>
          <p:nvPr userDrawn="1"/>
        </p:nvSpPr>
        <p:spPr>
          <a:xfrm>
            <a:off x="1995055" y="0"/>
            <a:ext cx="8201890" cy="114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00D6744-124F-35C3-809C-8EADAAEAC04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118144" y="3795811"/>
            <a:ext cx="3853273" cy="278129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A76C8A5-91F3-3E8F-A2FC-1032641485F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08995" y="300136"/>
            <a:ext cx="3821080" cy="3367589"/>
          </a:xfrm>
        </p:spPr>
        <p:txBody>
          <a:bodyPr/>
          <a:lstStyle/>
          <a:p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9CA1D720-31AC-5F55-7E25-3992F0E87F2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34240" y="300136"/>
            <a:ext cx="3821080" cy="336758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6562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4B07C-01E8-58A1-41AE-5EDC9FEA0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863" y="265193"/>
            <a:ext cx="3780422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64BF44-60BA-515C-9418-8D5C3DBC56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3863" y="1089104"/>
            <a:ext cx="3780422" cy="5524347"/>
          </a:xfrm>
        </p:spPr>
        <p:txBody>
          <a:bodyPr>
            <a:normAutofit/>
          </a:bodyPr>
          <a:lstStyle>
            <a:lvl1pPr>
              <a:defRPr sz="2400"/>
            </a:lvl1pPr>
            <a:lvl2pPr marL="274320" indent="-182880"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25B995-1FBD-D061-F3CD-671F7755C2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187171" y="265193"/>
            <a:ext cx="37990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E7BD8F-FA06-AF9B-1CB8-6D8D983F95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187171" y="1089104"/>
            <a:ext cx="3799040" cy="5524347"/>
          </a:xfrm>
        </p:spPr>
        <p:txBody>
          <a:bodyPr>
            <a:normAutofit/>
          </a:bodyPr>
          <a:lstStyle>
            <a:lvl1pPr>
              <a:defRPr sz="2400"/>
            </a:lvl1pPr>
            <a:lvl2pPr marL="434340" indent="-342900"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marL="274320" lvl="1" indent="-18288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75FBCF-D31A-642B-F425-5900132C0F33}"/>
              </a:ext>
            </a:extLst>
          </p:cNvPr>
          <p:cNvSpPr/>
          <p:nvPr userDrawn="1"/>
        </p:nvSpPr>
        <p:spPr>
          <a:xfrm>
            <a:off x="0" y="0"/>
            <a:ext cx="12192000" cy="11430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23E32E-4251-2852-79A7-6EDE269B2EA0}"/>
              </a:ext>
            </a:extLst>
          </p:cNvPr>
          <p:cNvSpPr/>
          <p:nvPr userDrawn="1"/>
        </p:nvSpPr>
        <p:spPr>
          <a:xfrm>
            <a:off x="1995055" y="0"/>
            <a:ext cx="8201890" cy="114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08FD4E-65AE-B5EC-6E0D-84F09C666F1D}"/>
              </a:ext>
            </a:extLst>
          </p:cNvPr>
          <p:cNvSpPr/>
          <p:nvPr userDrawn="1"/>
        </p:nvSpPr>
        <p:spPr>
          <a:xfrm>
            <a:off x="358322" y="6748820"/>
            <a:ext cx="2750333" cy="1091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FAD2F9-401E-5F13-7B7B-CA0E6AD2BDEB}"/>
              </a:ext>
            </a:extLst>
          </p:cNvPr>
          <p:cNvSpPr/>
          <p:nvPr userDrawn="1"/>
        </p:nvSpPr>
        <p:spPr>
          <a:xfrm>
            <a:off x="3346789" y="6748820"/>
            <a:ext cx="2750333" cy="1091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BBF388-659D-7BB5-C92B-B2B058B15CC4}"/>
              </a:ext>
            </a:extLst>
          </p:cNvPr>
          <p:cNvSpPr/>
          <p:nvPr userDrawn="1"/>
        </p:nvSpPr>
        <p:spPr>
          <a:xfrm>
            <a:off x="6282445" y="6748820"/>
            <a:ext cx="2750333" cy="1091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01FD11-7849-6A2C-6945-9E083971F6F3}"/>
              </a:ext>
            </a:extLst>
          </p:cNvPr>
          <p:cNvSpPr/>
          <p:nvPr userDrawn="1"/>
        </p:nvSpPr>
        <p:spPr>
          <a:xfrm>
            <a:off x="9203535" y="6748820"/>
            <a:ext cx="2750333" cy="1091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0BC6A-327D-8677-20B7-2CF80DA4A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279097" y="265193"/>
            <a:ext cx="37990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6126259F-6669-FA0B-BF4A-0AC7FB728A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279097" y="1089104"/>
            <a:ext cx="3799040" cy="5524347"/>
          </a:xfrm>
        </p:spPr>
        <p:txBody>
          <a:bodyPr>
            <a:normAutofit/>
          </a:bodyPr>
          <a:lstStyle>
            <a:lvl1pPr>
              <a:defRPr sz="2400"/>
            </a:lvl1pPr>
            <a:lvl2pPr marL="434340" indent="-342900"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marL="274320" lvl="1" indent="-18288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4077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4B07C-01E8-58A1-41AE-5EDC9FEA0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6367" y="31277"/>
            <a:ext cx="5639253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64BF44-60BA-515C-9418-8D5C3DBC56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6367" y="855188"/>
            <a:ext cx="5639253" cy="5701475"/>
          </a:xfrm>
        </p:spPr>
        <p:txBody>
          <a:bodyPr>
            <a:normAutofit/>
          </a:bodyPr>
          <a:lstStyle>
            <a:lvl1pPr>
              <a:defRPr sz="2400"/>
            </a:lvl1pPr>
            <a:lvl2pPr marL="274320" indent="-182880"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25B995-1FBD-D061-F3CD-671F7755C2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0829" y="31277"/>
            <a:ext cx="5667025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E7BD8F-FA06-AF9B-1CB8-6D8D983F95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0829" y="855188"/>
            <a:ext cx="5667025" cy="5701475"/>
          </a:xfrm>
        </p:spPr>
        <p:txBody>
          <a:bodyPr>
            <a:normAutofit/>
          </a:bodyPr>
          <a:lstStyle>
            <a:lvl1pPr>
              <a:defRPr sz="2400"/>
            </a:lvl1pPr>
            <a:lvl2pPr marL="434340" indent="-342900"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marL="274320" lvl="1" indent="-18288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75FBCF-D31A-642B-F425-5900132C0F33}"/>
              </a:ext>
            </a:extLst>
          </p:cNvPr>
          <p:cNvSpPr/>
          <p:nvPr userDrawn="1"/>
        </p:nvSpPr>
        <p:spPr>
          <a:xfrm>
            <a:off x="0" y="0"/>
            <a:ext cx="12192000" cy="11430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23E32E-4251-2852-79A7-6EDE269B2EA0}"/>
              </a:ext>
            </a:extLst>
          </p:cNvPr>
          <p:cNvSpPr/>
          <p:nvPr userDrawn="1"/>
        </p:nvSpPr>
        <p:spPr>
          <a:xfrm>
            <a:off x="1995055" y="0"/>
            <a:ext cx="8201890" cy="114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08FD4E-65AE-B5EC-6E0D-84F09C666F1D}"/>
              </a:ext>
            </a:extLst>
          </p:cNvPr>
          <p:cNvSpPr/>
          <p:nvPr userDrawn="1"/>
        </p:nvSpPr>
        <p:spPr>
          <a:xfrm>
            <a:off x="358322" y="6748820"/>
            <a:ext cx="2750333" cy="1091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FAD2F9-401E-5F13-7B7B-CA0E6AD2BDEB}"/>
              </a:ext>
            </a:extLst>
          </p:cNvPr>
          <p:cNvSpPr/>
          <p:nvPr userDrawn="1"/>
        </p:nvSpPr>
        <p:spPr>
          <a:xfrm>
            <a:off x="3346789" y="6748820"/>
            <a:ext cx="2750333" cy="1091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BBF388-659D-7BB5-C92B-B2B058B15CC4}"/>
              </a:ext>
            </a:extLst>
          </p:cNvPr>
          <p:cNvSpPr/>
          <p:nvPr userDrawn="1"/>
        </p:nvSpPr>
        <p:spPr>
          <a:xfrm>
            <a:off x="6282445" y="6748820"/>
            <a:ext cx="2750333" cy="1091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01FD11-7849-6A2C-6945-9E083971F6F3}"/>
              </a:ext>
            </a:extLst>
          </p:cNvPr>
          <p:cNvSpPr/>
          <p:nvPr userDrawn="1"/>
        </p:nvSpPr>
        <p:spPr>
          <a:xfrm>
            <a:off x="9203535" y="6748820"/>
            <a:ext cx="2750333" cy="1091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1671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4B07C-01E8-58A1-41AE-5EDC9FEA0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6367" y="31277"/>
            <a:ext cx="5639253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64BF44-60BA-515C-9418-8D5C3DBC56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6367" y="855188"/>
            <a:ext cx="5639253" cy="2697885"/>
          </a:xfrm>
        </p:spPr>
        <p:txBody>
          <a:bodyPr>
            <a:normAutofit/>
          </a:bodyPr>
          <a:lstStyle>
            <a:lvl1pPr>
              <a:defRPr sz="2400"/>
            </a:lvl1pPr>
            <a:lvl2pPr marL="274320" indent="-182880"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25B995-1FBD-D061-F3CD-671F7755C2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0829" y="31277"/>
            <a:ext cx="5667025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E7BD8F-FA06-AF9B-1CB8-6D8D983F95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0829" y="855188"/>
            <a:ext cx="5667025" cy="2697885"/>
          </a:xfrm>
        </p:spPr>
        <p:txBody>
          <a:bodyPr>
            <a:normAutofit/>
          </a:bodyPr>
          <a:lstStyle>
            <a:lvl1pPr>
              <a:defRPr sz="2400"/>
            </a:lvl1pPr>
            <a:lvl2pPr marL="434340" indent="-342900"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marL="274320" lvl="1" indent="-18288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75FBCF-D31A-642B-F425-5900132C0F33}"/>
              </a:ext>
            </a:extLst>
          </p:cNvPr>
          <p:cNvSpPr/>
          <p:nvPr userDrawn="1"/>
        </p:nvSpPr>
        <p:spPr>
          <a:xfrm>
            <a:off x="0" y="0"/>
            <a:ext cx="12192000" cy="11430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23E32E-4251-2852-79A7-6EDE269B2EA0}"/>
              </a:ext>
            </a:extLst>
          </p:cNvPr>
          <p:cNvSpPr/>
          <p:nvPr userDrawn="1"/>
        </p:nvSpPr>
        <p:spPr>
          <a:xfrm>
            <a:off x="1995055" y="0"/>
            <a:ext cx="8201890" cy="114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08FD4E-65AE-B5EC-6E0D-84F09C666F1D}"/>
              </a:ext>
            </a:extLst>
          </p:cNvPr>
          <p:cNvSpPr/>
          <p:nvPr userDrawn="1"/>
        </p:nvSpPr>
        <p:spPr>
          <a:xfrm>
            <a:off x="358322" y="6748820"/>
            <a:ext cx="2750333" cy="1091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FAD2F9-401E-5F13-7B7B-CA0E6AD2BDEB}"/>
              </a:ext>
            </a:extLst>
          </p:cNvPr>
          <p:cNvSpPr/>
          <p:nvPr userDrawn="1"/>
        </p:nvSpPr>
        <p:spPr>
          <a:xfrm>
            <a:off x="3346789" y="6748820"/>
            <a:ext cx="2750333" cy="1091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BBF388-659D-7BB5-C92B-B2B058B15CC4}"/>
              </a:ext>
            </a:extLst>
          </p:cNvPr>
          <p:cNvSpPr/>
          <p:nvPr userDrawn="1"/>
        </p:nvSpPr>
        <p:spPr>
          <a:xfrm>
            <a:off x="6282445" y="6748820"/>
            <a:ext cx="2750333" cy="1091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01FD11-7849-6A2C-6945-9E083971F6F3}"/>
              </a:ext>
            </a:extLst>
          </p:cNvPr>
          <p:cNvSpPr/>
          <p:nvPr userDrawn="1"/>
        </p:nvSpPr>
        <p:spPr>
          <a:xfrm>
            <a:off x="9203535" y="6748820"/>
            <a:ext cx="2750333" cy="1091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97CF74-32B3-7E1C-DC79-71922B8B8CA2}"/>
              </a:ext>
            </a:extLst>
          </p:cNvPr>
          <p:cNvSpPr/>
          <p:nvPr userDrawn="1"/>
        </p:nvSpPr>
        <p:spPr>
          <a:xfrm>
            <a:off x="0" y="3699998"/>
            <a:ext cx="12192000" cy="274309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E4B4458D-32B5-EEAA-2567-AC7D596BA9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1139" y="3553073"/>
            <a:ext cx="11669722" cy="823912"/>
          </a:xfrm>
        </p:spPr>
        <p:txBody>
          <a:bodyPr anchor="b">
            <a:normAutofit/>
          </a:bodyPr>
          <a:lstStyle>
            <a:lvl1pPr marL="0" indent="0" algn="ctr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Content Placeholder 5">
            <a:extLst>
              <a:ext uri="{FF2B5EF4-FFF2-40B4-BE49-F238E27FC236}">
                <a16:creationId xmlns:a16="http://schemas.microsoft.com/office/drawing/2014/main" id="{58DA1EBC-2D65-28AF-42D7-F5139879E13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61139" y="4376984"/>
            <a:ext cx="11669722" cy="1873973"/>
          </a:xfrm>
        </p:spPr>
        <p:txBody>
          <a:bodyPr>
            <a:normAutofit/>
          </a:bodyPr>
          <a:lstStyle>
            <a:lvl1pPr algn="ctr">
              <a:defRPr sz="2400"/>
            </a:lvl1pPr>
            <a:lvl2pPr marL="434340" indent="-342900" algn="ctr"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ctr">
              <a:defRPr sz="18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253629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7E7BA-A190-B2A2-90C7-FADD6E996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4B07C-01E8-58A1-41AE-5EDC9FEA0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64BF44-60BA-515C-9418-8D5C3DBC56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25B995-1FBD-D061-F3CD-671F7755C2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E7BD8F-FA06-AF9B-1CB8-6D8D983F95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00B304-1F41-3D5C-0737-06F0655D94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5C8F26-9EA8-4D8E-87E5-717906011F86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98023C-1E89-628A-E321-C09332C4F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AC9CF7-E18B-FB63-3034-C0773B7C7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C05B87F-367D-4E86-9583-6431CA337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2846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C4DDB-2744-A9A2-E180-420B518ED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2EBA9B-627D-C014-8363-2C884EB2BF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5C8F26-9EA8-4D8E-87E5-717906011F86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9A4414-883F-FD4A-4113-0ACE6154A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586B79-F8FC-961B-EFC8-FA69E2696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C05B87F-367D-4E86-9583-6431CA337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197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820364-55E4-BE2A-C769-E02AB881AB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5C8F26-9EA8-4D8E-87E5-717906011F86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DD0FA8-77E9-8FC3-FFBD-334F7A723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6AB877-89BD-B6D7-0A27-43F9B7B95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C05B87F-367D-4E86-9583-6431CA337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0074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1B7C1-6C36-DC34-6518-103AD30BE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FD5B4-9269-05B9-34BD-627B1D47D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08770D-B0BE-442E-09E1-F574B28F27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BDC679-87CA-C436-6D86-DBAA44FDC9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5C8F26-9EA8-4D8E-87E5-717906011F86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78C732-08C1-ACB9-AAED-454442BE6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750233-830B-0C53-5786-6B939A4E5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C05B87F-367D-4E86-9583-6431CA337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7388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2AB39-60E1-35CE-E514-4B77FEDCB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8DDA3F-94CC-325E-DFE1-852FF3A926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D0915A-40AF-060F-21DC-7C79442990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1B2397-894B-2094-465C-C4980D5C85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5C8F26-9EA8-4D8E-87E5-717906011F86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23263E-0487-8FA1-8879-A8F7A0C01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880EF9-0A18-3916-A97D-C7945E844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C05B87F-367D-4E86-9583-6431CA337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4217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E76B5-1162-7914-4ED9-21B50DA6E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062920-FABC-F7AC-3CA6-EED35591F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C545A-1625-E7AC-7718-5511E9D303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5C8F26-9EA8-4D8E-87E5-717906011F86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2E942-B39F-06CD-6F03-BA24BCDDA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410F0-FC32-B073-FDED-BC863F72F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C05B87F-367D-4E86-9583-6431CA337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3970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06BD7B-0F79-8A8B-A9D3-76B1B3E06C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D19C2C-F8C4-6259-5163-E8E520A54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7DACD-C698-B68C-FF58-F39E365BD5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5C8F26-9EA8-4D8E-87E5-717906011F86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CC469-676E-D047-D6BE-8B1DE0F36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0D6A6-DE1C-F768-7BD4-7A7C28C5C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C05B87F-367D-4E86-9583-6431CA337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457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509D8C-D4CA-2A2E-1077-AE97290B3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7D6CE2-5247-4C16-DFC9-A1A515436F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97520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8" r:id="rId3"/>
    <p:sldLayoutId id="2147483666" r:id="rId4"/>
    <p:sldLayoutId id="2147483650" r:id="rId5"/>
    <p:sldLayoutId id="2147483667" r:id="rId6"/>
    <p:sldLayoutId id="2147483652" r:id="rId7"/>
    <p:sldLayoutId id="2147483660" r:id="rId8"/>
    <p:sldLayoutId id="2147483674" r:id="rId9"/>
    <p:sldLayoutId id="2147483661" r:id="rId10"/>
    <p:sldLayoutId id="2147483665" r:id="rId11"/>
    <p:sldLayoutId id="2147483662" r:id="rId12"/>
    <p:sldLayoutId id="2147483663" r:id="rId13"/>
    <p:sldLayoutId id="2147483671" r:id="rId14"/>
    <p:sldLayoutId id="2147483673" r:id="rId15"/>
    <p:sldLayoutId id="2147483664" r:id="rId16"/>
    <p:sldLayoutId id="2147483669" r:id="rId17"/>
    <p:sldLayoutId id="2147483672" r:id="rId18"/>
    <p:sldLayoutId id="2147483670" r:id="rId19"/>
    <p:sldLayoutId id="2147483653" r:id="rId20"/>
    <p:sldLayoutId id="2147483654" r:id="rId21"/>
    <p:sldLayoutId id="2147483655" r:id="rId22"/>
    <p:sldLayoutId id="2147483656" r:id="rId23"/>
    <p:sldLayoutId id="2147483657" r:id="rId24"/>
    <p:sldLayoutId id="2147483658" r:id="rId25"/>
    <p:sldLayoutId id="2147483659" r:id="rId2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7037" y="2026374"/>
            <a:ext cx="11097927" cy="2627820"/>
          </a:xfrm>
        </p:spPr>
        <p:txBody>
          <a:bodyPr/>
          <a:lstStyle/>
          <a:p>
            <a:r>
              <a:rPr dirty="0">
                <a:solidFill>
                  <a:schemeClr val="bg2"/>
                </a:solidFill>
              </a:rPr>
              <a:t>Creative Technology Hub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7037" y="554804"/>
            <a:ext cx="11097927" cy="609124"/>
          </a:xfrm>
        </p:spPr>
        <p:txBody>
          <a:bodyPr>
            <a:normAutofit/>
          </a:bodyPr>
          <a:lstStyle/>
          <a:p>
            <a:r>
              <a:rPr lang="en-US" sz="2800" b="1" dirty="0"/>
              <a:t>PROPOSAL</a:t>
            </a:r>
            <a:endParaRPr sz="2800" b="1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1A15590-8E5A-A491-03DC-AF196FEA4D17}"/>
              </a:ext>
            </a:extLst>
          </p:cNvPr>
          <p:cNvSpPr txBox="1">
            <a:spLocks/>
          </p:cNvSpPr>
          <p:nvPr/>
        </p:nvSpPr>
        <p:spPr>
          <a:xfrm>
            <a:off x="547037" y="4266941"/>
            <a:ext cx="11097927" cy="5648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i="1" dirty="0">
                <a:solidFill>
                  <a:schemeClr val="bg1"/>
                </a:solidFill>
              </a:rPr>
              <a:t>What This Could Unlock for Our Teaching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lnSpc>
                <a:spcPct val="120000"/>
              </a:lnSpc>
            </a:pPr>
            <a:r>
              <a:rPr dirty="0"/>
              <a:t>We’re exploring a proposal to bring </a:t>
            </a:r>
            <a:r>
              <a:rPr b="1" dirty="0"/>
              <a:t>Graphic Design, Digital Media / Game Development, and Computer Programming</a:t>
            </a:r>
            <a:r>
              <a:rPr dirty="0"/>
              <a:t> together into a single </a:t>
            </a:r>
            <a:r>
              <a:rPr b="1" dirty="0"/>
              <a:t>Creative Technology Hub</a:t>
            </a:r>
            <a:r>
              <a:rPr dirty="0"/>
              <a:t> — a building intentionally designed for how creative and tech professionals </a:t>
            </a:r>
            <a:r>
              <a:rPr i="1" dirty="0"/>
              <a:t>actually work</a:t>
            </a:r>
            <a:r>
              <a:rPr dirty="0"/>
              <a:t>.</a:t>
            </a:r>
          </a:p>
          <a:p>
            <a:pPr>
              <a:lnSpc>
                <a:spcPct val="120000"/>
              </a:lnSpc>
            </a:pPr>
            <a:r>
              <a:rPr dirty="0"/>
              <a:t>This isn’t about new furniture for the sake of appearances.</a:t>
            </a:r>
          </a:p>
          <a:p>
            <a:pPr>
              <a:lnSpc>
                <a:spcPct val="120000"/>
              </a:lnSpc>
            </a:pPr>
            <a:r>
              <a:rPr dirty="0"/>
              <a:t>It’s about removing friction between </a:t>
            </a:r>
            <a:r>
              <a:rPr b="1" dirty="0"/>
              <a:t>how we teach</a:t>
            </a:r>
            <a:r>
              <a:rPr dirty="0"/>
              <a:t> and </a:t>
            </a:r>
            <a:r>
              <a:rPr b="1" dirty="0"/>
              <a:t>where we teach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D8AD914-82E4-6FE7-7005-92F704B844B3}"/>
              </a:ext>
            </a:extLst>
          </p:cNvPr>
          <p:cNvSpPr/>
          <p:nvPr/>
        </p:nvSpPr>
        <p:spPr>
          <a:xfrm>
            <a:off x="0" y="5116530"/>
            <a:ext cx="12192000" cy="101629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0945" y="1850008"/>
            <a:ext cx="5476010" cy="3382591"/>
          </a:xfrm>
        </p:spPr>
        <p:txBody>
          <a:bodyPr>
            <a:normAutofit/>
          </a:bodyPr>
          <a:lstStyle/>
          <a:p>
            <a:r>
              <a:rPr b="1" dirty="0"/>
              <a:t>Most of us already teach through:</a:t>
            </a:r>
          </a:p>
          <a:p>
            <a:pPr lvl="1"/>
            <a:r>
              <a:rPr dirty="0"/>
              <a:t>Critique</a:t>
            </a:r>
          </a:p>
          <a:p>
            <a:pPr lvl="1"/>
            <a:r>
              <a:rPr dirty="0"/>
              <a:t>Iteration</a:t>
            </a:r>
          </a:p>
          <a:p>
            <a:pPr lvl="1"/>
            <a:r>
              <a:rPr dirty="0"/>
              <a:t>Collaboration</a:t>
            </a:r>
          </a:p>
          <a:p>
            <a:pPr lvl="1"/>
            <a:r>
              <a:rPr dirty="0"/>
              <a:t>Process visibility</a:t>
            </a:r>
          </a:p>
          <a:p>
            <a:pPr lvl="1"/>
            <a:r>
              <a:rPr dirty="0"/>
              <a:t>Real-world workflows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C1222F-194F-3DBE-6894-1E82780891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06390" y="1850008"/>
            <a:ext cx="5552210" cy="3382591"/>
          </a:xfrm>
        </p:spPr>
        <p:txBody>
          <a:bodyPr>
            <a:normAutofit/>
          </a:bodyPr>
          <a:lstStyle/>
          <a:p>
            <a:r>
              <a:rPr lang="en-US" b="1" dirty="0"/>
              <a:t>But our current spaces:</a:t>
            </a:r>
          </a:p>
          <a:p>
            <a:pPr lvl="1"/>
            <a:r>
              <a:rPr lang="en-US" dirty="0"/>
              <a:t>Lock students into rows</a:t>
            </a:r>
          </a:p>
          <a:p>
            <a:pPr lvl="1"/>
            <a:r>
              <a:rPr lang="en-US" dirty="0"/>
              <a:t>Separate production from discussion</a:t>
            </a:r>
          </a:p>
          <a:p>
            <a:pPr lvl="1"/>
            <a:r>
              <a:rPr lang="en-US" dirty="0"/>
              <a:t>Make collaboration feel like a workaround</a:t>
            </a:r>
          </a:p>
          <a:p>
            <a:pPr lvl="1"/>
            <a:r>
              <a:rPr lang="en-US" dirty="0"/>
              <a:t>Limit access to tools students need to practice independently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Why This Is Exciting </a:t>
            </a:r>
            <a:r>
              <a:rPr sz="2800" b="0" i="1" dirty="0"/>
              <a:t>(and Long Overdue)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4BDE3B-DA09-E4E8-CD2D-C016C4AA05B6}"/>
              </a:ext>
            </a:extLst>
          </p:cNvPr>
          <p:cNvSpPr txBox="1"/>
          <p:nvPr/>
        </p:nvSpPr>
        <p:spPr>
          <a:xfrm>
            <a:off x="0" y="534866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1" dirty="0"/>
              <a:t>The Hub flips that equation.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600" dirty="0"/>
              <a:t>Imagine Teaching in a Space That Helps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1808" y="1108660"/>
            <a:ext cx="5774356" cy="4655142"/>
          </a:xfrm>
        </p:spPr>
        <p:txBody>
          <a:bodyPr>
            <a:normAutofit/>
          </a:bodyPr>
          <a:lstStyle/>
          <a:p>
            <a:pPr>
              <a:spcAft>
                <a:spcPts val="2000"/>
              </a:spcAft>
            </a:pPr>
            <a:r>
              <a:rPr b="1" dirty="0"/>
              <a:t>Collaborative Classrooms</a:t>
            </a:r>
            <a:br>
              <a:rPr lang="en-US" b="1" dirty="0"/>
            </a:br>
            <a:r>
              <a:rPr b="1" dirty="0"/>
              <a:t>That Match Our Pedagogy</a:t>
            </a:r>
          </a:p>
          <a:p>
            <a:pPr lvl="1"/>
            <a:r>
              <a:rPr dirty="0"/>
              <a:t>Students work in </a:t>
            </a:r>
            <a:r>
              <a:rPr b="1" dirty="0"/>
              <a:t>pods</a:t>
            </a:r>
            <a:r>
              <a:rPr dirty="0"/>
              <a:t>, not rows</a:t>
            </a:r>
          </a:p>
          <a:p>
            <a:pPr lvl="1"/>
            <a:r>
              <a:rPr dirty="0"/>
              <a:t>Shared screens make critique and peer feedback easy</a:t>
            </a:r>
          </a:p>
          <a:p>
            <a:pPr lvl="1"/>
            <a:r>
              <a:rPr dirty="0"/>
              <a:t>Furniture moves quickly from demo → discussion → production</a:t>
            </a:r>
          </a:p>
          <a:p>
            <a:pPr lvl="1"/>
            <a:r>
              <a:rPr dirty="0"/>
              <a:t>Whiteboard surfaces everywhere for sketching, planning, and problem-solving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FB7019-43A4-8452-6BED-9DCDF9737A0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85838" y="1108660"/>
            <a:ext cx="5774356" cy="4655142"/>
          </a:xfrm>
        </p:spPr>
        <p:txBody>
          <a:bodyPr/>
          <a:lstStyle/>
          <a:p>
            <a:pPr>
              <a:spcAft>
                <a:spcPts val="2000"/>
              </a:spcAft>
            </a:pPr>
            <a:r>
              <a:rPr lang="en-US" b="1" dirty="0"/>
              <a:t>A Shared Makerspace</a:t>
            </a:r>
            <a:br>
              <a:rPr lang="en-US" b="1" dirty="0"/>
            </a:br>
            <a:r>
              <a:rPr lang="en-US" b="1" dirty="0"/>
              <a:t>That Extends Learning</a:t>
            </a:r>
          </a:p>
          <a:p>
            <a:pPr lvl="1"/>
            <a:r>
              <a:rPr lang="en-US" dirty="0"/>
              <a:t>Printing, vinyl, 3D, garment, and prototyping tools in one visible space</a:t>
            </a:r>
          </a:p>
          <a:p>
            <a:pPr lvl="1"/>
            <a:r>
              <a:rPr lang="en-US" dirty="0"/>
              <a:t>Access beyond class time — when students actually work best</a:t>
            </a:r>
          </a:p>
          <a:p>
            <a:pPr lvl="1"/>
            <a:r>
              <a:rPr lang="en-US" dirty="0"/>
              <a:t>Faculty can support without being physically separated</a:t>
            </a:r>
          </a:p>
          <a:p>
            <a:pPr lvl="1"/>
            <a:r>
              <a:rPr lang="en-US" dirty="0"/>
              <a:t>Less duplicated equipment, more student use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310399-AFCD-0E32-13DC-BCB9E1E2088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231808" y="5907640"/>
            <a:ext cx="11728386" cy="824902"/>
          </a:xfrm>
        </p:spPr>
        <p:txBody>
          <a:bodyPr>
            <a:normAutofit/>
          </a:bodyPr>
          <a:lstStyle/>
          <a:p>
            <a:r>
              <a:rPr lang="en-US" sz="2800" dirty="0"/>
              <a:t>This supports </a:t>
            </a:r>
            <a:r>
              <a:rPr lang="en-US" sz="2800" b="1" dirty="0"/>
              <a:t>process-based learning</a:t>
            </a:r>
            <a:r>
              <a:rPr lang="en-US" sz="2800" dirty="0"/>
              <a:t>, not just finished deliverables.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dirty="0"/>
              <a:t>Imagine Teaching in a Space That Helps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b="1" dirty="0"/>
              <a:t>Spaces That Support Portfolio-Quality Work</a:t>
            </a:r>
          </a:p>
          <a:p>
            <a:pPr lvl="1"/>
            <a:r>
              <a:rPr dirty="0"/>
              <a:t>Photo and video studio for documenting student work</a:t>
            </a:r>
          </a:p>
          <a:p>
            <a:pPr lvl="1"/>
            <a:r>
              <a:rPr dirty="0"/>
              <a:t>Digital drawing lab with large displays for illustration and concept art</a:t>
            </a:r>
          </a:p>
          <a:p>
            <a:pPr lvl="1"/>
            <a:r>
              <a:rPr dirty="0"/>
              <a:t>Built-in opportunities for presentation and critique</a:t>
            </a:r>
          </a:p>
          <a:p>
            <a:r>
              <a:rPr dirty="0"/>
              <a:t>Students don’t just </a:t>
            </a:r>
            <a:r>
              <a:rPr i="1" dirty="0"/>
              <a:t>make</a:t>
            </a:r>
            <a:r>
              <a:rPr dirty="0"/>
              <a:t> work — they learn how to </a:t>
            </a:r>
            <a:r>
              <a:rPr b="1" dirty="0"/>
              <a:t>present it professionally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This Enables Across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Cross-disciplinary projects that feel natural, not forced</a:t>
            </a:r>
          </a:p>
          <a:p>
            <a:pPr lvl="1"/>
            <a:r>
              <a:t>Students seeing how other disciplines think and work</a:t>
            </a:r>
          </a:p>
          <a:p>
            <a:pPr lvl="1"/>
            <a:r>
              <a:t>Stronger collaborative portfolios employers actually value</a:t>
            </a:r>
          </a:p>
          <a:p>
            <a:pPr lvl="1"/>
            <a:r>
              <a:t>Faculty collaboration that happens organically</a:t>
            </a:r>
          </a:p>
          <a:p>
            <a:r>
              <a:t>Each program keeps its identity — shared space simply makes collaboration possible </a:t>
            </a:r>
            <a:r>
              <a:rPr i="1"/>
              <a:t>when it’s useful</a:t>
            </a:r>
            <a: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algn="r"/>
            <a:r>
              <a:rPr dirty="0"/>
              <a:t>Transformational spaces work best when faculty are supported.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Support for Faculty (Not Just New Rooms)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6E90FB-DD54-B67A-0444-F6C410E25B3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 anchor="ctr"/>
          <a:lstStyle/>
          <a:p>
            <a:r>
              <a:rPr lang="en-US" dirty="0"/>
              <a:t>The proposal includes a </a:t>
            </a:r>
            <a:r>
              <a:rPr lang="en-US" b="1" dirty="0"/>
              <a:t>Curriculum Engagement Specialist</a:t>
            </a:r>
            <a:r>
              <a:rPr lang="en-US" dirty="0"/>
              <a:t> to help:</a:t>
            </a:r>
          </a:p>
          <a:p>
            <a:pPr lvl="1"/>
            <a:r>
              <a:rPr lang="en-US" dirty="0"/>
              <a:t>Design activities that leverage collaborative layouts</a:t>
            </a:r>
          </a:p>
          <a:p>
            <a:pPr lvl="1"/>
            <a:r>
              <a:rPr lang="en-US" dirty="0"/>
              <a:t>Coordinate cross-program projects</a:t>
            </a:r>
          </a:p>
          <a:p>
            <a:pPr lvl="1"/>
            <a:r>
              <a:rPr lang="en-US" dirty="0"/>
              <a:t>Support active learning and assessment strategies</a:t>
            </a:r>
          </a:p>
          <a:p>
            <a:pPr lvl="1"/>
            <a:r>
              <a:rPr lang="en-US" dirty="0"/>
              <a:t>Reduce the burden of “reinventing the wheel” individually</a:t>
            </a:r>
          </a:p>
          <a:p>
            <a:r>
              <a:rPr lang="en-US" dirty="0"/>
              <a:t>This is about </a:t>
            </a:r>
            <a:r>
              <a:rPr lang="en-US" b="1" dirty="0"/>
              <a:t>making great teaching easier</a:t>
            </a:r>
            <a:r>
              <a:rPr lang="en-US" dirty="0"/>
              <a:t>, not asking faculty to do more.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 Right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dirty="0"/>
              <a:t>Students can get content anywhere.</a:t>
            </a:r>
          </a:p>
          <a:p>
            <a:r>
              <a:rPr dirty="0"/>
              <a:t>What they </a:t>
            </a:r>
            <a:r>
              <a:rPr i="1" dirty="0"/>
              <a:t>can’t</a:t>
            </a:r>
            <a:r>
              <a:rPr dirty="0"/>
              <a:t> get online is:</a:t>
            </a:r>
          </a:p>
          <a:p>
            <a:pPr lvl="1"/>
            <a:r>
              <a:rPr dirty="0"/>
              <a:t>Real critique cycles</a:t>
            </a:r>
          </a:p>
          <a:p>
            <a:pPr lvl="1"/>
            <a:r>
              <a:rPr dirty="0"/>
              <a:t>Shared production environments</a:t>
            </a:r>
          </a:p>
          <a:p>
            <a:pPr lvl="1"/>
            <a:r>
              <a:rPr dirty="0"/>
              <a:t>Collaborative problem-solving</a:t>
            </a:r>
          </a:p>
          <a:p>
            <a:pPr lvl="1"/>
            <a:r>
              <a:rPr dirty="0"/>
              <a:t>Learning in spaces that mirror professional practice</a:t>
            </a:r>
          </a:p>
          <a:p>
            <a:r>
              <a:rPr dirty="0"/>
              <a:t>This Hub gives us a clear answer to</a:t>
            </a:r>
            <a:endParaRPr lang="en-US" dirty="0"/>
          </a:p>
          <a:p>
            <a:r>
              <a:rPr sz="3600" b="1" i="1" dirty="0"/>
              <a:t>“Why in-person?”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0945" y="1818526"/>
            <a:ext cx="8791410" cy="460305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sz="3200" dirty="0"/>
              <a:t>This proposal is about:</a:t>
            </a:r>
          </a:p>
          <a:p>
            <a:pPr lvl="1">
              <a:lnSpc>
                <a:spcPct val="100000"/>
              </a:lnSpc>
            </a:pPr>
            <a:r>
              <a:rPr sz="2800" dirty="0"/>
              <a:t>Teaching the way we already believe in</a:t>
            </a:r>
          </a:p>
          <a:p>
            <a:pPr lvl="1">
              <a:lnSpc>
                <a:spcPct val="100000"/>
              </a:lnSpc>
            </a:pPr>
            <a:r>
              <a:rPr sz="2800" dirty="0"/>
              <a:t>Giving students spaces that support confidence, collaboration, and professionalism</a:t>
            </a:r>
          </a:p>
          <a:p>
            <a:pPr lvl="1">
              <a:lnSpc>
                <a:spcPct val="100000"/>
              </a:lnSpc>
            </a:pPr>
            <a:r>
              <a:rPr sz="2800" dirty="0"/>
              <a:t>Making “Future Ready” something you can </a:t>
            </a:r>
            <a:r>
              <a:rPr sz="2800" i="1" dirty="0"/>
              <a:t>see</a:t>
            </a:r>
            <a:r>
              <a:rPr sz="2800" dirty="0"/>
              <a:t> the moment you walk in</a:t>
            </a:r>
          </a:p>
          <a:p>
            <a:pPr>
              <a:lnSpc>
                <a:spcPct val="100000"/>
              </a:lnSpc>
            </a:pPr>
            <a:r>
              <a:rPr sz="3200" dirty="0"/>
              <a:t>It’s a chance to stop fighting our classrooms — and start using them as teaching partners.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Big Picture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TCC_Brand">
      <a:dk1>
        <a:srgbClr val="000000"/>
      </a:dk1>
      <a:lt1>
        <a:srgbClr val="FFFFFF"/>
      </a:lt1>
      <a:dk2>
        <a:srgbClr val="333333"/>
      </a:dk2>
      <a:lt2>
        <a:srgbClr val="FFC20E"/>
      </a:lt2>
      <a:accent1>
        <a:srgbClr val="FFC20E"/>
      </a:accent1>
      <a:accent2>
        <a:srgbClr val="333333"/>
      </a:accent2>
      <a:accent3>
        <a:srgbClr val="4D4D4D"/>
      </a:accent3>
      <a:accent4>
        <a:srgbClr val="3099BF"/>
      </a:accent4>
      <a:accent5>
        <a:srgbClr val="B3B3B3"/>
      </a:accent5>
      <a:accent6>
        <a:srgbClr val="97CCDF"/>
      </a:accent6>
      <a:hlink>
        <a:srgbClr val="3099BF"/>
      </a:hlink>
      <a:folHlink>
        <a:srgbClr val="4D4D4D"/>
      </a:folHlink>
    </a:clrScheme>
    <a:fontScheme name="Custom 1">
      <a:majorFont>
        <a:latin typeface="Open San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508</Words>
  <Application>Microsoft Office PowerPoint</Application>
  <PresentationFormat>Widescreen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Open Sans</vt:lpstr>
      <vt:lpstr>Office Theme</vt:lpstr>
      <vt:lpstr>Creative Technology Hub</vt:lpstr>
      <vt:lpstr>The Opportunity</vt:lpstr>
      <vt:lpstr>Why This Is Exciting (and Long Overdue)</vt:lpstr>
      <vt:lpstr>Imagine Teaching in a Space That Helps You</vt:lpstr>
      <vt:lpstr>Imagine Teaching in a Space That Helps You</vt:lpstr>
      <vt:lpstr>What This Enables Across Programs</vt:lpstr>
      <vt:lpstr>Support for Faculty (Not Just New Rooms)</vt:lpstr>
      <vt:lpstr>Why This Matters Right Now</vt:lpstr>
      <vt:lpstr>The Big Picture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Jennifer Fisher</dc:creator>
  <cp:lastModifiedBy>Jennifer Fisher</cp:lastModifiedBy>
  <cp:revision>93</cp:revision>
  <dcterms:created xsi:type="dcterms:W3CDTF">2025-10-22T19:51:31Z</dcterms:created>
  <dcterms:modified xsi:type="dcterms:W3CDTF">2026-02-04T13:46:47Z</dcterms:modified>
</cp:coreProperties>
</file>